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1" roundtripDataSignature="AMtx7mi4uYS2ioI5ah30ZcgcoxYwLQQ3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8fa783d0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28fa783d0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4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4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4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4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50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2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8fa783d00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g328fa783d00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g328fa783d00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28fa783d00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28fa783d00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28fa783d00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28fa783d00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328fa783d0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2" name="Google Shape;82;g328fa783d0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28fa783d00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28fa783d00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328fa783d0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28fa783d00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28fa783d00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88" name="Google Shape;88;g328fa783d00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#6</a:t>
            </a:r>
            <a:endParaRPr/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 Adding Logic to JavaScript Code for Dynamic Web Interactions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Week’s Topic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Overview</a:t>
            </a:r>
            <a:r>
              <a:rPr lang="en" sz="1800"/>
              <a:t>: This week we will explore how to add </a:t>
            </a:r>
            <a:r>
              <a:rPr b="1" lang="en" sz="1800"/>
              <a:t>logic</a:t>
            </a:r>
            <a:r>
              <a:rPr lang="en" sz="1800"/>
              <a:t> to your JavaScript code using </a:t>
            </a:r>
            <a:r>
              <a:rPr b="1" lang="en" sz="1800"/>
              <a:t>loops</a:t>
            </a:r>
            <a:r>
              <a:rPr lang="en" sz="1800"/>
              <a:t> and </a:t>
            </a:r>
            <a:r>
              <a:rPr b="1" lang="en" sz="1800"/>
              <a:t>conditionals</a:t>
            </a:r>
            <a:r>
              <a:rPr lang="en" sz="1800"/>
              <a:t>. These tools are essential for making web pages interactive and responsive to user actions.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Real-World Relevance</a:t>
            </a:r>
            <a:r>
              <a:rPr lang="en" sz="1800"/>
              <a:t>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Loops and conditionals are crucial in real-world web development. They are used for </a:t>
            </a:r>
            <a:r>
              <a:rPr b="1" lang="en" sz="1800"/>
              <a:t>dynamic content generation</a:t>
            </a:r>
            <a:r>
              <a:rPr lang="en" sz="1800"/>
              <a:t>, form validation, and even for creating interactive user interfaces.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Examples</a:t>
            </a:r>
            <a:r>
              <a:rPr lang="en" sz="1800"/>
              <a:t>: Shopping carts, quizzes, and dynamic menus all depend on loops and conditionals.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/>
              <a:t>Concepts Covered</a:t>
            </a:r>
            <a:r>
              <a:rPr lang="en" sz="2300"/>
              <a:t>: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b="1" lang="en" sz="2300"/>
              <a:t>Loops</a:t>
            </a:r>
            <a:r>
              <a:rPr lang="en" sz="2300"/>
              <a:t>: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" sz="2300"/>
              <a:t>, and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forEach</a:t>
            </a:r>
            <a:r>
              <a:rPr lang="en" sz="2300"/>
              <a:t> loops.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b="1" lang="en" sz="2300"/>
              <a:t>Conditionals</a:t>
            </a:r>
            <a:r>
              <a:rPr lang="en" sz="2300"/>
              <a:t>: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 if</a:t>
            </a:r>
            <a:r>
              <a:rPr lang="en" sz="2300"/>
              <a:t>, and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switch</a:t>
            </a:r>
            <a:r>
              <a:rPr lang="en" sz="2300"/>
              <a:t> statements.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b="1" lang="en" sz="2300"/>
              <a:t>Real-World Applications</a:t>
            </a:r>
            <a:r>
              <a:rPr lang="en" sz="2300"/>
              <a:t>: Generating dynamic content with loops and conditionals.</a:t>
            </a:r>
            <a:endParaRPr b="1"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Loops in JavaScript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What is a Loop?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 </a:t>
            </a:r>
            <a:r>
              <a:rPr b="1" lang="en" sz="2200"/>
              <a:t>loop</a:t>
            </a:r>
            <a:r>
              <a:rPr lang="en" sz="2200"/>
              <a:t> allows you to run the same block of code multiple times without repeating it manually.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Use cases</a:t>
            </a:r>
            <a:r>
              <a:rPr lang="en" sz="2200"/>
              <a:t>: Iterating over arrays, generating lists, or performing repetitive tasks</a:t>
            </a:r>
            <a:endParaRPr b="1" sz="3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Types of Loops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 Loop: A basic loop used when you know how many times you want to iterate.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69" y="1775825"/>
            <a:ext cx="8679300" cy="252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While Loop: Runs as long as a condition is true.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15" y="1759675"/>
            <a:ext cx="8274900" cy="331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ForEach Loop: Iterates over each item in an array.</a:t>
            </a:r>
            <a:endParaRPr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37" y="1781512"/>
            <a:ext cx="8753400" cy="253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Real-World Examples of Loops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Dynamic Content Generation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Using loops to generate a list of items dynamically, such as generating product cards in an e-commerce site.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  <p:pic>
        <p:nvPicPr>
          <p:cNvPr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3164400"/>
            <a:ext cx="6561600" cy="184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Conditionals in JavaScript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What is a Conditional?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</a:t>
            </a:r>
            <a:r>
              <a:rPr b="1" lang="en" sz="2100"/>
              <a:t>conditional</a:t>
            </a:r>
            <a:r>
              <a:rPr lang="en" sz="2100"/>
              <a:t> allows you to execute code based on a given condition (true or false).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Use cases</a:t>
            </a:r>
            <a:r>
              <a:rPr lang="en" sz="2100"/>
              <a:t>: Form validation, showing/hiding content, checking user inputs.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Types of Conditionals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 Statement: Runs code if a condition is true.</a:t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63" name="Google Shape;1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25" y="1855791"/>
            <a:ext cx="8823000" cy="2260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Else Statement: Runs code if the condition is false.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215" y="1862125"/>
            <a:ext cx="8222100" cy="311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Else If Statement: Used to check multiple conditions.</a:t>
            </a:r>
            <a:endParaRPr/>
          </a:p>
        </p:txBody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77" name="Google Shape;1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00" y="1845983"/>
            <a:ext cx="6495300" cy="323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Real-World Examples of Conditionals</a:t>
            </a:r>
            <a:endParaRPr/>
          </a:p>
        </p:txBody>
      </p:sp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Interactive Features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Form validation</a:t>
            </a:r>
            <a:r>
              <a:rPr lang="en" sz="2200"/>
              <a:t>: Checking if all fields are filled before submission.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Dynamic content</a:t>
            </a:r>
            <a:r>
              <a:rPr lang="en" sz="2200"/>
              <a:t>: Showing different messages based on user inputs or actions.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Example: Show a welcome message depending on the time of day.</a:t>
            </a:r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382000" cy="413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Using Loops and Conditionals Together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Loops can be used to iterate over data, while conditionals can be used inside the loop to make decisions.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  <p:sp>
        <p:nvSpPr>
          <p:cNvPr id="195" name="Google Shape;19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Combining Loops and Conditionals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Example: Display a message based on a user’s age in a list of users.</a:t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6234600" cy="428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Example: Building a dynamic list of products with prices, and applying discounts to certain products.</a:t>
            </a:r>
            <a:endParaRPr/>
          </a:p>
        </p:txBody>
      </p:sp>
      <p:pic>
        <p:nvPicPr>
          <p:cNvPr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637700" cy="438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Loops</a:t>
            </a:r>
            <a:r>
              <a:rPr lang="en" sz="2000"/>
              <a:t>: Use loops to automate repetitive tasks, such as iterating over arrays or generating dynamic content.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Conditionals</a:t>
            </a:r>
            <a:r>
              <a:rPr lang="en" sz="2000"/>
              <a:t>: Use conditionals to add logic to your code, like showing/hiding content or making decisions based on user input.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Combining Loops and Conditionals</a:t>
            </a:r>
            <a:r>
              <a:rPr lang="en" sz="2000"/>
              <a:t>: These concepts often work together to create dynamic and interactive web pages.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Coding Lab</a:t>
            </a:r>
            <a:endParaRPr/>
          </a:p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Objective</a:t>
            </a:r>
            <a:r>
              <a:rPr lang="en" sz="1900"/>
              <a:t>: In this lab, we will create dynamic features for a webpage, such as toggling content, calculating values, and using conditionals to interact with users.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Skills Covered</a:t>
            </a:r>
            <a:r>
              <a:rPr lang="en" sz="1900"/>
              <a:t>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Using loops to generate content.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Implementing conditionals for dynamic user interaction.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Setting Up the Development Environment</a:t>
            </a:r>
            <a:endParaRPr/>
          </a:p>
        </p:txBody>
      </p:sp>
      <p:sp>
        <p:nvSpPr>
          <p:cNvPr id="230" name="Google Shape;230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Step 1</a:t>
            </a:r>
            <a:r>
              <a:rPr lang="en" sz="2400"/>
              <a:t>: Create a new folder and open it in a code editor (e.g., VS Code).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Step 2</a:t>
            </a:r>
            <a:r>
              <a:rPr lang="en" sz="2400"/>
              <a:t>: Create an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2400"/>
              <a:t> file and a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script.js</a:t>
            </a:r>
            <a:r>
              <a:rPr lang="en" sz="2400"/>
              <a:t> file, linking the two in the HTML.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 Task 1 - Generating Dynamic Content with Loops</a:t>
            </a:r>
            <a:endParaRPr/>
          </a:p>
        </p:txBody>
      </p:sp>
      <p:sp>
        <p:nvSpPr>
          <p:cNvPr id="236" name="Google Shape;236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Objective</a:t>
            </a:r>
            <a:r>
              <a:rPr lang="en" sz="2300"/>
              <a:t>: Create a list of items dynamically using a loop.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Step-by-Step Guide</a:t>
            </a:r>
            <a:r>
              <a:rPr lang="e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Create an array of products.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Use a loop to generate HTML content for each product.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Display the list in a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n" sz="2300"/>
              <a:t> with the ID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product-list</a:t>
            </a:r>
            <a:r>
              <a:rPr lang="en" sz="2300"/>
              <a:t>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793425" cy="30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2 - Implementing Conditional Logic</a:t>
            </a:r>
            <a:endParaRPr/>
          </a:p>
        </p:txBody>
      </p:sp>
      <p:sp>
        <p:nvSpPr>
          <p:cNvPr id="247" name="Google Shape;247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Objective</a:t>
            </a:r>
            <a:r>
              <a:rPr lang="en" sz="2000"/>
              <a:t>: Create a conditional statement to check if a user is logged in, and display a message accordingly.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Step-by-Step Guide</a:t>
            </a:r>
            <a:r>
              <a:rPr lang="en" sz="2000"/>
              <a:t>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Create a boolean variable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isLoggedIn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Use an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2000"/>
              <a:t> statement to display "Welcome back!" if logged in, otherwise display "Please log in".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942625" cy="28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3 - Toggling Content Visibility</a:t>
            </a:r>
            <a:endParaRPr/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Objective</a:t>
            </a:r>
            <a:r>
              <a:rPr lang="en" sz="2100"/>
              <a:t>: Create a button that toggles the visibility of a paragraph.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Step-by-Step Guide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Add a button and a paragraph in HTML.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Use JavaScript to toggle the visibility of the paragraph when the button is clicked.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Add a button and a paragraph in HTML.</a:t>
            </a:r>
            <a:endParaRPr/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00" y="1743200"/>
            <a:ext cx="8748000" cy="144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Use JavaScript to toggle the visibility of the paragraph when the button is clicked.</a:t>
            </a:r>
            <a:endParaRPr/>
          </a:p>
        </p:txBody>
      </p:sp>
      <p:pic>
        <p:nvPicPr>
          <p:cNvPr id="270" name="Google Shape;2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00" y="816275"/>
            <a:ext cx="8922600" cy="2986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Objective</a:t>
            </a:r>
            <a:r>
              <a:rPr lang="en" sz="2200"/>
              <a:t>: Create a simple calculator that applies a discount if the total price exceeds a certain value.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Step-by-Step Guide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Create a variable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totalPrice</a:t>
            </a:r>
            <a:r>
              <a:rPr lang="en" sz="2200"/>
              <a:t>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Apply a 10% discount if the price exceeds $100.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Task 4 - Calculating Values Based on Conditions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890700" cy="34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Common Issues</a:t>
            </a:r>
            <a:r>
              <a:rPr lang="en" sz="2000"/>
              <a:t>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Missing semicolons or braces.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Incorrectly defined variables or misspelled variable names.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Logic errors in conditions or loops.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Solution</a:t>
            </a:r>
            <a:r>
              <a:rPr lang="en" sz="2000"/>
              <a:t>: Use browser Developer Tools to inspect errors and fix issues in the code.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298" name="Google Shape;2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7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7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07" name="Google Shape;307;p37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308" name="Google Shape;308;p37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37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37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313" name="Google Shape;313;p37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37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327" name="Google Shape;327;p37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7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7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7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7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3" name="Google Shape;34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7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