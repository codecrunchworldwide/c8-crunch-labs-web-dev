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45.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4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0"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Lst>
  <p:sldSz cy="5143500" cx="9144000"/>
  <p:notesSz cx="6858000" cy="9144000"/>
  <p:embeddedFontLst>
    <p:embeddedFont>
      <p:font typeface="Roboto"/>
      <p:regular r:id="rId51"/>
      <p:bold r:id="rId52"/>
      <p:italic r:id="rId53"/>
      <p:boldItalic r:id="rId54"/>
    </p:embeddedFont>
    <p:embeddedFont>
      <p:font typeface="Roboto Mono"/>
      <p:regular r:id="rId55"/>
      <p:bold r:id="rId56"/>
      <p:italic r:id="rId57"/>
      <p:boldItalic r:id="rId5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font" Target="fonts/Roboto-regular.fntdata"/><Relationship Id="rId50" Type="http://schemas.openxmlformats.org/officeDocument/2006/relationships/slide" Target="slides/slide45.xml"/><Relationship Id="rId53" Type="http://schemas.openxmlformats.org/officeDocument/2006/relationships/font" Target="fonts/Roboto-italic.fntdata"/><Relationship Id="rId52" Type="http://schemas.openxmlformats.org/officeDocument/2006/relationships/font" Target="fonts/Roboto-bold.fntdata"/><Relationship Id="rId11" Type="http://schemas.openxmlformats.org/officeDocument/2006/relationships/slide" Target="slides/slide6.xml"/><Relationship Id="rId55" Type="http://schemas.openxmlformats.org/officeDocument/2006/relationships/font" Target="fonts/RobotoMono-regular.fntdata"/><Relationship Id="rId10" Type="http://schemas.openxmlformats.org/officeDocument/2006/relationships/slide" Target="slides/slide5.xml"/><Relationship Id="rId54" Type="http://schemas.openxmlformats.org/officeDocument/2006/relationships/font" Target="fonts/Roboto-boldItalic.fntdata"/><Relationship Id="rId13" Type="http://schemas.openxmlformats.org/officeDocument/2006/relationships/slide" Target="slides/slide8.xml"/><Relationship Id="rId57" Type="http://schemas.openxmlformats.org/officeDocument/2006/relationships/font" Target="fonts/RobotoMono-italic.fntdata"/><Relationship Id="rId12" Type="http://schemas.openxmlformats.org/officeDocument/2006/relationships/slide" Target="slides/slide7.xml"/><Relationship Id="rId56" Type="http://schemas.openxmlformats.org/officeDocument/2006/relationships/font" Target="fonts/RobotoMono-bold.fntdata"/><Relationship Id="rId15" Type="http://schemas.openxmlformats.org/officeDocument/2006/relationships/slide" Target="slides/slide10.xml"/><Relationship Id="rId14" Type="http://schemas.openxmlformats.org/officeDocument/2006/relationships/slide" Target="slides/slide9.xml"/><Relationship Id="rId58" Type="http://schemas.openxmlformats.org/officeDocument/2006/relationships/font" Target="fonts/RobotoMono-boldItalic.fntdata"/><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g2d72614474f_0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2" name="Google Shape;72;g2d72614474f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g2d72680e820_0_2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1" name="Google Shape;91;g2d72680e820_0_2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g2d7390af986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 name="Google Shape;97;g2d7390af986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g2d7390af986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3" name="Google Shape;103;g2d7390af986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g2d7390af986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 name="Google Shape;109;g2d7390af986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g2d7390af986_0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5" name="Google Shape;115;g2d7390af986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g34142f9e270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0" name="Google Shape;120;g34142f9e270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g34142f9e270_0_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6" name="Google Shape;126;g34142f9e270_0_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g2d7390af986_0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g2d7390af986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34142f9e270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 name="Google Shape;138;g34142f9e27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2d7390af986_0_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4" name="Google Shape;144;g2d7390af986_0_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34142f9e270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1" name="Google Shape;151;g34142f9e270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g2d7390af986_0_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7" name="Google Shape;157;g2d7390af986_0_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g34142f9e270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5" name="Google Shape;165;g34142f9e270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g2d7390af986_0_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1" name="Google Shape;171;g2d7390af986_0_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g2d7390af986_0_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6" name="Google Shape;176;g2d7390af986_0_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g2d7390af986_0_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4" name="Google Shape;184;g2d7390af986_0_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g34142f9e270_0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1" name="Google Shape;191;g34142f9e270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g2d7390af986_0_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0" name="Google Shape;200;g2d7390af986_0_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g34142f9e270_0_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7" name="Google Shape;207;g34142f9e270_0_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g2d7390af986_0_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3" name="Google Shape;213;g2d7390af986_0_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g2d7390af986_0_1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9" name="Google Shape;219;g2d7390af986_0_1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g2d7390af986_0_1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4" name="Google Shape;224;g2d7390af986_0_1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g2d7390af986_0_1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9" name="Google Shape;229;g2d7390af986_0_1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g2d7390af986_0_1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5" name="Google Shape;235;g2d7390af986_0_1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g2d7390af986_0_1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1" name="Google Shape;241;g2d7390af986_0_1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g2d7390af986_0_1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7" name="Google Shape;247;g2d7390af986_0_1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g2d7390af986_0_1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3" name="Google Shape;253;g2d7390af986_0_1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g2d7390af986_0_1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9" name="Google Shape;259;g2d7390af986_0_1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g2d7390af986_0_1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4" name="Google Shape;264;g2d7390af986_0_1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g34142f9e270_0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0" name="Google Shape;270;g34142f9e270_0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g34142f9e270_0_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6" name="Google Shape;276;g34142f9e270_0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g34142f9e270_0_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2" name="Google Shape;282;g34142f9e270_0_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 name="Shape 286"/>
        <p:cNvGrpSpPr/>
        <p:nvPr/>
      </p:nvGrpSpPr>
      <p:grpSpPr>
        <a:xfrm>
          <a:off x="0" y="0"/>
          <a:ext cx="0" cy="0"/>
          <a:chOff x="0" y="0"/>
          <a:chExt cx="0" cy="0"/>
        </a:xfrm>
      </p:grpSpPr>
      <p:sp>
        <p:nvSpPr>
          <p:cNvPr id="287" name="Google Shape;287;g34142f9e270_0_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8" name="Google Shape;288;g34142f9e270_0_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g34142f9e270_0_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3" name="Google Shape;293;g34142f9e270_0_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g34142f9e270_0_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9" name="Google Shape;299;g34142f9e270_0_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g2d7390af986_0_1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4" name="Google Shape;304;g2d7390af986_0_1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8" name="Shape 308"/>
        <p:cNvGrpSpPr/>
        <p:nvPr/>
      </p:nvGrpSpPr>
      <p:grpSpPr>
        <a:xfrm>
          <a:off x="0" y="0"/>
          <a:ext cx="0" cy="0"/>
          <a:chOff x="0" y="0"/>
          <a:chExt cx="0" cy="0"/>
        </a:xfrm>
      </p:grpSpPr>
      <p:sp>
        <p:nvSpPr>
          <p:cNvPr id="309" name="Google Shape;309;g34142f9e270_0_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0" name="Google Shape;310;g34142f9e270_0_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3" name="Shape 313"/>
        <p:cNvGrpSpPr/>
        <p:nvPr/>
      </p:nvGrpSpPr>
      <p:grpSpPr>
        <a:xfrm>
          <a:off x="0" y="0"/>
          <a:ext cx="0" cy="0"/>
          <a:chOff x="0" y="0"/>
          <a:chExt cx="0" cy="0"/>
        </a:xfrm>
      </p:grpSpPr>
      <p:sp>
        <p:nvSpPr>
          <p:cNvPr id="314" name="Google Shape;314;g34142f9e270_0_1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5" name="Google Shape;315;g34142f9e270_0_1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g34142f9e270_0_1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1" name="Google Shape;321;g34142f9e270_0_1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g34142f9e270_0_1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6" name="Google Shape;326;g34142f9e270_0_1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1" name="Shape 331"/>
        <p:cNvGrpSpPr/>
        <p:nvPr/>
      </p:nvGrpSpPr>
      <p:grpSpPr>
        <a:xfrm>
          <a:off x="0" y="0"/>
          <a:ext cx="0" cy="0"/>
          <a:chOff x="0" y="0"/>
          <a:chExt cx="0" cy="0"/>
        </a:xfrm>
      </p:grpSpPr>
      <p:sp>
        <p:nvSpPr>
          <p:cNvPr id="332" name="Google Shape;332;g34142f9e270_0_1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3" name="Google Shape;333;g34142f9e270_0_1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8" name="Shape 338"/>
        <p:cNvGrpSpPr/>
        <p:nvPr/>
      </p:nvGrpSpPr>
      <p:grpSpPr>
        <a:xfrm>
          <a:off x="0" y="0"/>
          <a:ext cx="0" cy="0"/>
          <a:chOff x="0" y="0"/>
          <a:chExt cx="0" cy="0"/>
        </a:xfrm>
      </p:grpSpPr>
      <p:sp>
        <p:nvSpPr>
          <p:cNvPr id="339" name="Google Shape;339;g2d7279020eb_0_1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0" name="Google Shape;340;g2d7279020eb_0_1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3" name="Shape 343"/>
        <p:cNvGrpSpPr/>
        <p:nvPr/>
      </p:nvGrpSpPr>
      <p:grpSpPr>
        <a:xfrm>
          <a:off x="0" y="0"/>
          <a:ext cx="0" cy="0"/>
          <a:chOff x="0" y="0"/>
          <a:chExt cx="0" cy="0"/>
        </a:xfrm>
      </p:grpSpPr>
      <p:sp>
        <p:nvSpPr>
          <p:cNvPr id="344" name="Google Shape;344;g2d77ed05e4b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5" name="Google Shape;345;g2d77ed05e4b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g2d72614474f_0_6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1" name="Google Shape;351;g2d72614474f_0_6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52" name="Google Shape;352;g2d72614474f_0_6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0" name="Shape 10"/>
        <p:cNvGrpSpPr/>
        <p:nvPr/>
      </p:nvGrpSpPr>
      <p:grpSpPr>
        <a:xfrm>
          <a:off x="0" y="0"/>
          <a:ext cx="0" cy="0"/>
          <a:chOff x="0" y="0"/>
          <a:chExt cx="0" cy="0"/>
        </a:xfrm>
      </p:grpSpPr>
      <p:sp>
        <p:nvSpPr>
          <p:cNvPr id="11" name="Google Shape;11;p2"/>
          <p:cNvSpPr/>
          <p:nvPr/>
        </p:nvSpPr>
        <p:spPr>
          <a:xfrm flipH="1">
            <a:off x="8246400" y="4245925"/>
            <a:ext cx="897600" cy="897600"/>
          </a:xfrm>
          <a:prstGeom prst="rtTriangl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p:nvPr/>
        </p:nvSpPr>
        <p:spPr>
          <a:xfrm flipH="1">
            <a:off x="8246400" y="4245875"/>
            <a:ext cx="897600" cy="897600"/>
          </a:xfrm>
          <a:prstGeom prst="round1Rect">
            <a:avLst>
              <a:gd fmla="val 16667" name="adj"/>
            </a:avLst>
          </a:prstGeom>
          <a:solidFill>
            <a:schemeClr val="lt1">
              <a:alpha val="6808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txBox="1"/>
          <p:nvPr>
            <p:ph type="ctrTitle"/>
          </p:nvPr>
        </p:nvSpPr>
        <p:spPr>
          <a:xfrm>
            <a:off x="390525" y="1819275"/>
            <a:ext cx="8222100" cy="933600"/>
          </a:xfrm>
          <a:prstGeom prst="rect">
            <a:avLst/>
          </a:prstGeom>
        </p:spPr>
        <p:txBody>
          <a:bodyPr anchorCtr="0" anchor="b"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14" name="Google Shape;14;p2"/>
          <p:cNvSpPr txBox="1"/>
          <p:nvPr>
            <p:ph idx="1" type="subTitle"/>
          </p:nvPr>
        </p:nvSpPr>
        <p:spPr>
          <a:xfrm>
            <a:off x="390525" y="2789130"/>
            <a:ext cx="8222100" cy="4329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lt1"/>
              </a:buClr>
              <a:buSzPts val="1500"/>
              <a:buNone/>
              <a:defRPr>
                <a:solidFill>
                  <a:schemeClr val="lt1"/>
                </a:solidFill>
              </a:defRPr>
            </a:lvl1pPr>
            <a:lvl2pPr lvl="1">
              <a:lnSpc>
                <a:spcPct val="100000"/>
              </a:lnSpc>
              <a:spcBef>
                <a:spcPts val="0"/>
              </a:spcBef>
              <a:spcAft>
                <a:spcPts val="0"/>
              </a:spcAft>
              <a:buClr>
                <a:schemeClr val="lt1"/>
              </a:buClr>
              <a:buSzPts val="1800"/>
              <a:buNone/>
              <a:defRPr sz="1800">
                <a:solidFill>
                  <a:schemeClr val="lt1"/>
                </a:solidFill>
              </a:defRPr>
            </a:lvl2pPr>
            <a:lvl3pPr lvl="2">
              <a:lnSpc>
                <a:spcPct val="100000"/>
              </a:lnSpc>
              <a:spcBef>
                <a:spcPts val="0"/>
              </a:spcBef>
              <a:spcAft>
                <a:spcPts val="0"/>
              </a:spcAft>
              <a:buClr>
                <a:schemeClr val="lt1"/>
              </a:buClr>
              <a:buSzPts val="1800"/>
              <a:buNone/>
              <a:defRPr sz="1800">
                <a:solidFill>
                  <a:schemeClr val="lt1"/>
                </a:solidFill>
              </a:defRPr>
            </a:lvl3pPr>
            <a:lvl4pPr lvl="3">
              <a:lnSpc>
                <a:spcPct val="100000"/>
              </a:lnSpc>
              <a:spcBef>
                <a:spcPts val="0"/>
              </a:spcBef>
              <a:spcAft>
                <a:spcPts val="0"/>
              </a:spcAft>
              <a:buClr>
                <a:schemeClr val="lt1"/>
              </a:buClr>
              <a:buSzPts val="1800"/>
              <a:buNone/>
              <a:defRPr sz="1800">
                <a:solidFill>
                  <a:schemeClr val="lt1"/>
                </a:solidFill>
              </a:defRPr>
            </a:lvl4pPr>
            <a:lvl5pPr lvl="4">
              <a:lnSpc>
                <a:spcPct val="100000"/>
              </a:lnSpc>
              <a:spcBef>
                <a:spcPts val="0"/>
              </a:spcBef>
              <a:spcAft>
                <a:spcPts val="0"/>
              </a:spcAft>
              <a:buClr>
                <a:schemeClr val="lt1"/>
              </a:buClr>
              <a:buSzPts val="1800"/>
              <a:buNone/>
              <a:defRPr sz="1800">
                <a:solidFill>
                  <a:schemeClr val="lt1"/>
                </a:solidFill>
              </a:defRPr>
            </a:lvl5pPr>
            <a:lvl6pPr lvl="5">
              <a:lnSpc>
                <a:spcPct val="100000"/>
              </a:lnSpc>
              <a:spcBef>
                <a:spcPts val="0"/>
              </a:spcBef>
              <a:spcAft>
                <a:spcPts val="0"/>
              </a:spcAft>
              <a:buClr>
                <a:schemeClr val="lt1"/>
              </a:buClr>
              <a:buSzPts val="1800"/>
              <a:buNone/>
              <a:defRPr sz="1800">
                <a:solidFill>
                  <a:schemeClr val="lt1"/>
                </a:solidFill>
              </a:defRPr>
            </a:lvl6pPr>
            <a:lvl7pPr lvl="6">
              <a:lnSpc>
                <a:spcPct val="100000"/>
              </a:lnSpc>
              <a:spcBef>
                <a:spcPts val="0"/>
              </a:spcBef>
              <a:spcAft>
                <a:spcPts val="0"/>
              </a:spcAft>
              <a:buClr>
                <a:schemeClr val="lt1"/>
              </a:buClr>
              <a:buSzPts val="1800"/>
              <a:buNone/>
              <a:defRPr sz="1800">
                <a:solidFill>
                  <a:schemeClr val="lt1"/>
                </a:solidFill>
              </a:defRPr>
            </a:lvl7pPr>
            <a:lvl8pPr lvl="7">
              <a:lnSpc>
                <a:spcPct val="100000"/>
              </a:lnSpc>
              <a:spcBef>
                <a:spcPts val="0"/>
              </a:spcBef>
              <a:spcAft>
                <a:spcPts val="0"/>
              </a:spcAft>
              <a:buClr>
                <a:schemeClr val="lt1"/>
              </a:buClr>
              <a:buSzPts val="1800"/>
              <a:buNone/>
              <a:defRPr sz="1800">
                <a:solidFill>
                  <a:schemeClr val="lt1"/>
                </a:solidFill>
              </a:defRPr>
            </a:lvl8pPr>
            <a:lvl9pPr lvl="8">
              <a:lnSpc>
                <a:spcPct val="100000"/>
              </a:lnSpc>
              <a:spcBef>
                <a:spcPts val="0"/>
              </a:spcBef>
              <a:spcAft>
                <a:spcPts val="0"/>
              </a:spcAft>
              <a:buClr>
                <a:schemeClr val="lt1"/>
              </a:buClr>
              <a:buSzPts val="1800"/>
              <a:buNone/>
              <a:defRPr sz="1800">
                <a:solidFill>
                  <a:schemeClr val="lt1"/>
                </a:solidFill>
              </a:defRPr>
            </a:lvl9pPr>
          </a:lstStyle>
          <a:p/>
        </p:txBody>
      </p:sp>
      <p:sp>
        <p:nvSpPr>
          <p:cNvPr id="15" name="Google Shape;15;p2"/>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6" name="Shape 16"/>
        <p:cNvGrpSpPr/>
        <p:nvPr/>
      </p:nvGrpSpPr>
      <p:grpSpPr>
        <a:xfrm>
          <a:off x="0" y="0"/>
          <a:ext cx="0" cy="0"/>
          <a:chOff x="0" y="0"/>
          <a:chExt cx="0" cy="0"/>
        </a:xfrm>
      </p:grpSpPr>
      <p:sp>
        <p:nvSpPr>
          <p:cNvPr id="17" name="Google Shape;17;p3"/>
          <p:cNvSpPr txBox="1"/>
          <p:nvPr>
            <p:ph type="title"/>
          </p:nvPr>
        </p:nvSpPr>
        <p:spPr>
          <a:xfrm>
            <a:off x="460950" y="2065350"/>
            <a:ext cx="8222100" cy="1012800"/>
          </a:xfrm>
          <a:prstGeom prst="rect">
            <a:avLst/>
          </a:prstGeom>
        </p:spPr>
        <p:txBody>
          <a:bodyPr anchorCtr="0" anchor="ctr" bIns="91425" lIns="91425" spcFirstLastPara="1" rIns="91425" wrap="square" tIns="91425">
            <a:normAutofit/>
          </a:bodyPr>
          <a:lstStyle>
            <a:lvl1pPr lvl="0">
              <a:spcBef>
                <a:spcPts val="0"/>
              </a:spcBef>
              <a:spcAft>
                <a:spcPts val="0"/>
              </a:spcAft>
              <a:buSzPts val="4200"/>
              <a:buNone/>
              <a:defRPr sz="4200"/>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p:txBody>
      </p:sp>
      <p:sp>
        <p:nvSpPr>
          <p:cNvPr id="18" name="Google Shape;18;p3"/>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9" name="Shape 19"/>
        <p:cNvGrpSpPr/>
        <p:nvPr/>
      </p:nvGrpSpPr>
      <p:grpSpPr>
        <a:xfrm>
          <a:off x="0" y="0"/>
          <a:ext cx="0" cy="0"/>
          <a:chOff x="0" y="0"/>
          <a:chExt cx="0" cy="0"/>
        </a:xfrm>
      </p:grpSpPr>
      <p:sp>
        <p:nvSpPr>
          <p:cNvPr id="20" name="Google Shape;20;p4"/>
          <p:cNvSpPr/>
          <p:nvPr/>
        </p:nvSpPr>
        <p:spPr>
          <a:xfrm flipH="1" rot="10800000">
            <a:off x="0" y="1686000"/>
            <a:ext cx="9144000" cy="34575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4"/>
          <p:cNvSpPr/>
          <p:nvPr/>
        </p:nvSpPr>
        <p:spPr>
          <a:xfrm>
            <a:off x="0" y="168600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4"/>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lvl1pPr lvl="0">
              <a:spcBef>
                <a:spcPts val="0"/>
              </a:spcBef>
              <a:spcAft>
                <a:spcPts val="0"/>
              </a:spcAft>
              <a:buSzPts val="32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p:txBody>
      </p:sp>
      <p:sp>
        <p:nvSpPr>
          <p:cNvPr id="23" name="Google Shape;23;p4"/>
          <p:cNvSpPr txBox="1"/>
          <p:nvPr>
            <p:ph idx="1" type="body"/>
          </p:nvPr>
        </p:nvSpPr>
        <p:spPr>
          <a:xfrm>
            <a:off x="471900" y="1919075"/>
            <a:ext cx="8222100" cy="2710200"/>
          </a:xfrm>
          <a:prstGeom prst="rect">
            <a:avLst/>
          </a:prstGeom>
        </p:spPr>
        <p:txBody>
          <a:bodyPr anchorCtr="0" anchor="t" bIns="91425" lIns="91425" spcFirstLastPara="1" rIns="91425" wrap="square" tIns="91425">
            <a:normAutofit/>
          </a:bodyPr>
          <a:lstStyle>
            <a:lvl1pPr indent="-323850" lvl="0" marL="457200">
              <a:spcBef>
                <a:spcPts val="0"/>
              </a:spcBef>
              <a:spcAft>
                <a:spcPts val="0"/>
              </a:spcAft>
              <a:buSzPts val="1500"/>
              <a:buChar char="●"/>
              <a:defRPr/>
            </a:lvl1pPr>
            <a:lvl2pPr indent="-323850" lvl="1" marL="914400">
              <a:spcBef>
                <a:spcPts val="0"/>
              </a:spcBef>
              <a:spcAft>
                <a:spcPts val="0"/>
              </a:spcAft>
              <a:buSzPts val="1500"/>
              <a:buChar char="○"/>
              <a:defRPr/>
            </a:lvl2pPr>
            <a:lvl3pPr indent="-323850" lvl="2" marL="1371600">
              <a:spcBef>
                <a:spcPts val="0"/>
              </a:spcBef>
              <a:spcAft>
                <a:spcPts val="0"/>
              </a:spcAft>
              <a:buSzPts val="1500"/>
              <a:buChar char="■"/>
              <a:defRPr/>
            </a:lvl3pPr>
            <a:lvl4pPr indent="-323850" lvl="3" marL="1828800">
              <a:spcBef>
                <a:spcPts val="0"/>
              </a:spcBef>
              <a:spcAft>
                <a:spcPts val="0"/>
              </a:spcAft>
              <a:buSzPts val="1500"/>
              <a:buChar char="●"/>
              <a:defRPr/>
            </a:lvl4pPr>
            <a:lvl5pPr indent="-323850" lvl="4" marL="2286000">
              <a:spcBef>
                <a:spcPts val="0"/>
              </a:spcBef>
              <a:spcAft>
                <a:spcPts val="0"/>
              </a:spcAft>
              <a:buSzPts val="1500"/>
              <a:buChar char="○"/>
              <a:defRPr/>
            </a:lvl5pPr>
            <a:lvl6pPr indent="-323850" lvl="5" marL="2743200">
              <a:spcBef>
                <a:spcPts val="0"/>
              </a:spcBef>
              <a:spcAft>
                <a:spcPts val="0"/>
              </a:spcAft>
              <a:buSzPts val="1500"/>
              <a:buChar char="■"/>
              <a:defRPr/>
            </a:lvl6pPr>
            <a:lvl7pPr indent="-323850" lvl="6" marL="3200400">
              <a:spcBef>
                <a:spcPts val="0"/>
              </a:spcBef>
              <a:spcAft>
                <a:spcPts val="0"/>
              </a:spcAft>
              <a:buSzPts val="1500"/>
              <a:buChar char="●"/>
              <a:defRPr/>
            </a:lvl7pPr>
            <a:lvl8pPr indent="-323850" lvl="7" marL="3657600">
              <a:spcBef>
                <a:spcPts val="0"/>
              </a:spcBef>
              <a:spcAft>
                <a:spcPts val="0"/>
              </a:spcAft>
              <a:buSzPts val="1500"/>
              <a:buChar char="○"/>
              <a:defRPr/>
            </a:lvl8pPr>
            <a:lvl9pPr indent="-323850" lvl="8" marL="4114800">
              <a:spcBef>
                <a:spcPts val="0"/>
              </a:spcBef>
              <a:spcAft>
                <a:spcPts val="0"/>
              </a:spcAft>
              <a:buSzPts val="1500"/>
              <a:buChar char="■"/>
              <a:defRPr/>
            </a:lvl9pPr>
          </a:lstStyle>
          <a:p/>
        </p:txBody>
      </p:sp>
      <p:sp>
        <p:nvSpPr>
          <p:cNvPr id="24" name="Google Shape;24;p4"/>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5" name="Shape 25"/>
        <p:cNvGrpSpPr/>
        <p:nvPr/>
      </p:nvGrpSpPr>
      <p:grpSpPr>
        <a:xfrm>
          <a:off x="0" y="0"/>
          <a:ext cx="0" cy="0"/>
          <a:chOff x="0" y="0"/>
          <a:chExt cx="0" cy="0"/>
        </a:xfrm>
      </p:grpSpPr>
      <p:sp>
        <p:nvSpPr>
          <p:cNvPr id="26" name="Google Shape;26;p5"/>
          <p:cNvSpPr/>
          <p:nvPr/>
        </p:nvSpPr>
        <p:spPr>
          <a:xfrm flipH="1" rot="10800000">
            <a:off x="0" y="1686000"/>
            <a:ext cx="9144000" cy="34575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5"/>
          <p:cNvSpPr/>
          <p:nvPr/>
        </p:nvSpPr>
        <p:spPr>
          <a:xfrm>
            <a:off x="0" y="168600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5"/>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lvl1pPr lvl="0">
              <a:spcBef>
                <a:spcPts val="0"/>
              </a:spcBef>
              <a:spcAft>
                <a:spcPts val="0"/>
              </a:spcAft>
              <a:buSzPts val="32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p:txBody>
      </p:sp>
      <p:sp>
        <p:nvSpPr>
          <p:cNvPr id="29" name="Google Shape;29;p5"/>
          <p:cNvSpPr txBox="1"/>
          <p:nvPr>
            <p:ph idx="1" type="body"/>
          </p:nvPr>
        </p:nvSpPr>
        <p:spPr>
          <a:xfrm>
            <a:off x="471900" y="1919075"/>
            <a:ext cx="3999900" cy="27102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0" name="Google Shape;30;p5"/>
          <p:cNvSpPr txBox="1"/>
          <p:nvPr>
            <p:ph idx="2" type="body"/>
          </p:nvPr>
        </p:nvSpPr>
        <p:spPr>
          <a:xfrm>
            <a:off x="4694250" y="1919075"/>
            <a:ext cx="3999900" cy="27102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5"/>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2" name="Shape 32"/>
        <p:cNvGrpSpPr/>
        <p:nvPr/>
      </p:nvGrpSpPr>
      <p:grpSpPr>
        <a:xfrm>
          <a:off x="0" y="0"/>
          <a:ext cx="0" cy="0"/>
          <a:chOff x="0" y="0"/>
          <a:chExt cx="0" cy="0"/>
        </a:xfrm>
      </p:grpSpPr>
      <p:sp>
        <p:nvSpPr>
          <p:cNvPr id="33" name="Google Shape;33;p6"/>
          <p:cNvSpPr/>
          <p:nvPr/>
        </p:nvSpPr>
        <p:spPr>
          <a:xfrm flipH="1" rot="10800000">
            <a:off x="0" y="656400"/>
            <a:ext cx="9144000" cy="44871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6"/>
          <p:cNvSpPr/>
          <p:nvPr/>
        </p:nvSpPr>
        <p:spPr>
          <a:xfrm>
            <a:off x="0" y="65635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6"/>
          <p:cNvSpPr txBox="1"/>
          <p:nvPr>
            <p:ph type="title"/>
          </p:nvPr>
        </p:nvSpPr>
        <p:spPr>
          <a:xfrm>
            <a:off x="98250" y="16350"/>
            <a:ext cx="8826600" cy="602700"/>
          </a:xfrm>
          <a:prstGeom prst="rect">
            <a:avLst/>
          </a:prstGeom>
        </p:spPr>
        <p:txBody>
          <a:bodyPr anchorCtr="0" anchor="ctr" bIns="91425" lIns="91425" spcFirstLastPara="1" rIns="91425" wrap="square" tIns="91425">
            <a:normAutofit/>
          </a:bodyPr>
          <a:lstStyle>
            <a:lvl1pPr lvl="0">
              <a:spcBef>
                <a:spcPts val="0"/>
              </a:spcBef>
              <a:spcAft>
                <a:spcPts val="0"/>
              </a:spcAft>
              <a:buSzPts val="1800"/>
              <a:buNone/>
              <a:defRPr sz="1800"/>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36" name="Google Shape;36;p6"/>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7" name="Shape 37"/>
        <p:cNvGrpSpPr/>
        <p:nvPr/>
      </p:nvGrpSpPr>
      <p:grpSpPr>
        <a:xfrm>
          <a:off x="0" y="0"/>
          <a:ext cx="0" cy="0"/>
          <a:chOff x="0" y="0"/>
          <a:chExt cx="0" cy="0"/>
        </a:xfrm>
      </p:grpSpPr>
      <p:sp>
        <p:nvSpPr>
          <p:cNvPr id="38" name="Google Shape;38;p7"/>
          <p:cNvSpPr txBox="1"/>
          <p:nvPr/>
        </p:nvSpPr>
        <p:spPr>
          <a:xfrm flipH="1" rot="10800000">
            <a:off x="3276600" y="25"/>
            <a:ext cx="5867400" cy="51435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7"/>
          <p:cNvSpPr/>
          <p:nvPr/>
        </p:nvSpPr>
        <p:spPr>
          <a:xfrm rot="-5400000">
            <a:off x="759150" y="2517450"/>
            <a:ext cx="51435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 name="Google Shape;40;p7"/>
          <p:cNvSpPr txBox="1"/>
          <p:nvPr>
            <p:ph type="title"/>
          </p:nvPr>
        </p:nvSpPr>
        <p:spPr>
          <a:xfrm>
            <a:off x="226078" y="357800"/>
            <a:ext cx="2808000" cy="9534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1" name="Google Shape;41;p7"/>
          <p:cNvSpPr txBox="1"/>
          <p:nvPr>
            <p:ph idx="1" type="body"/>
          </p:nvPr>
        </p:nvSpPr>
        <p:spPr>
          <a:xfrm>
            <a:off x="226075" y="1465800"/>
            <a:ext cx="2808000" cy="31635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Clr>
                <a:schemeClr val="lt1"/>
              </a:buClr>
              <a:buSzPts val="1200"/>
              <a:buChar char="●"/>
              <a:defRPr sz="1200">
                <a:solidFill>
                  <a:schemeClr val="lt1"/>
                </a:solidFill>
              </a:defRPr>
            </a:lvl1pPr>
            <a:lvl2pPr indent="-304800" lvl="1" marL="914400">
              <a:spcBef>
                <a:spcPts val="0"/>
              </a:spcBef>
              <a:spcAft>
                <a:spcPts val="0"/>
              </a:spcAft>
              <a:buClr>
                <a:schemeClr val="lt1"/>
              </a:buClr>
              <a:buSzPts val="1200"/>
              <a:buChar char="○"/>
              <a:defRPr sz="1200">
                <a:solidFill>
                  <a:schemeClr val="lt1"/>
                </a:solidFill>
              </a:defRPr>
            </a:lvl2pPr>
            <a:lvl3pPr indent="-304800" lvl="2" marL="1371600">
              <a:spcBef>
                <a:spcPts val="0"/>
              </a:spcBef>
              <a:spcAft>
                <a:spcPts val="0"/>
              </a:spcAft>
              <a:buClr>
                <a:schemeClr val="lt1"/>
              </a:buClr>
              <a:buSzPts val="1200"/>
              <a:buChar char="■"/>
              <a:defRPr sz="1200">
                <a:solidFill>
                  <a:schemeClr val="lt1"/>
                </a:solidFill>
              </a:defRPr>
            </a:lvl3pPr>
            <a:lvl4pPr indent="-304800" lvl="3" marL="1828800">
              <a:spcBef>
                <a:spcPts val="0"/>
              </a:spcBef>
              <a:spcAft>
                <a:spcPts val="0"/>
              </a:spcAft>
              <a:buClr>
                <a:schemeClr val="lt1"/>
              </a:buClr>
              <a:buSzPts val="1200"/>
              <a:buChar char="●"/>
              <a:defRPr sz="1200">
                <a:solidFill>
                  <a:schemeClr val="lt1"/>
                </a:solidFill>
              </a:defRPr>
            </a:lvl4pPr>
            <a:lvl5pPr indent="-304800" lvl="4" marL="2286000">
              <a:spcBef>
                <a:spcPts val="0"/>
              </a:spcBef>
              <a:spcAft>
                <a:spcPts val="0"/>
              </a:spcAft>
              <a:buClr>
                <a:schemeClr val="lt1"/>
              </a:buClr>
              <a:buSzPts val="1200"/>
              <a:buChar char="○"/>
              <a:defRPr sz="1200">
                <a:solidFill>
                  <a:schemeClr val="lt1"/>
                </a:solidFill>
              </a:defRPr>
            </a:lvl5pPr>
            <a:lvl6pPr indent="-304800" lvl="5" marL="2743200">
              <a:spcBef>
                <a:spcPts val="0"/>
              </a:spcBef>
              <a:spcAft>
                <a:spcPts val="0"/>
              </a:spcAft>
              <a:buClr>
                <a:schemeClr val="lt1"/>
              </a:buClr>
              <a:buSzPts val="1200"/>
              <a:buChar char="■"/>
              <a:defRPr sz="1200">
                <a:solidFill>
                  <a:schemeClr val="lt1"/>
                </a:solidFill>
              </a:defRPr>
            </a:lvl6pPr>
            <a:lvl7pPr indent="-304800" lvl="6" marL="3200400">
              <a:spcBef>
                <a:spcPts val="0"/>
              </a:spcBef>
              <a:spcAft>
                <a:spcPts val="0"/>
              </a:spcAft>
              <a:buClr>
                <a:schemeClr val="lt1"/>
              </a:buClr>
              <a:buSzPts val="1200"/>
              <a:buChar char="●"/>
              <a:defRPr sz="1200">
                <a:solidFill>
                  <a:schemeClr val="lt1"/>
                </a:solidFill>
              </a:defRPr>
            </a:lvl7pPr>
            <a:lvl8pPr indent="-304800" lvl="7" marL="3657600">
              <a:spcBef>
                <a:spcPts val="0"/>
              </a:spcBef>
              <a:spcAft>
                <a:spcPts val="0"/>
              </a:spcAft>
              <a:buClr>
                <a:schemeClr val="lt1"/>
              </a:buClr>
              <a:buSzPts val="1200"/>
              <a:buChar char="○"/>
              <a:defRPr sz="1200">
                <a:solidFill>
                  <a:schemeClr val="lt1"/>
                </a:solidFill>
              </a:defRPr>
            </a:lvl8pPr>
            <a:lvl9pPr indent="-304800" lvl="8" marL="4114800">
              <a:spcBef>
                <a:spcPts val="0"/>
              </a:spcBef>
              <a:spcAft>
                <a:spcPts val="0"/>
              </a:spcAft>
              <a:buClr>
                <a:schemeClr val="lt1"/>
              </a:buClr>
              <a:buSzPts val="1200"/>
              <a:buChar char="■"/>
              <a:defRPr sz="1200">
                <a:solidFill>
                  <a:schemeClr val="lt1"/>
                </a:solidFill>
              </a:defRPr>
            </a:lvl9pPr>
          </a:lstStyle>
          <a:p/>
        </p:txBody>
      </p:sp>
      <p:sp>
        <p:nvSpPr>
          <p:cNvPr id="42" name="Google Shape;42;p7"/>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43" name="Shape 43"/>
        <p:cNvGrpSpPr/>
        <p:nvPr/>
      </p:nvGrpSpPr>
      <p:grpSpPr>
        <a:xfrm>
          <a:off x="0" y="0"/>
          <a:ext cx="0" cy="0"/>
          <a:chOff x="0" y="0"/>
          <a:chExt cx="0" cy="0"/>
        </a:xfrm>
      </p:grpSpPr>
      <p:sp>
        <p:nvSpPr>
          <p:cNvPr id="44" name="Google Shape;44;p8"/>
          <p:cNvSpPr txBox="1"/>
          <p:nvPr>
            <p:ph type="title"/>
          </p:nvPr>
        </p:nvSpPr>
        <p:spPr>
          <a:xfrm>
            <a:off x="490250" y="488250"/>
            <a:ext cx="62271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6000"/>
              <a:buNone/>
              <a:defRPr sz="6000"/>
            </a:lvl1pPr>
            <a:lvl2pPr lvl="1">
              <a:spcBef>
                <a:spcPts val="0"/>
              </a:spcBef>
              <a:spcAft>
                <a:spcPts val="0"/>
              </a:spcAft>
              <a:buSzPts val="6000"/>
              <a:buNone/>
              <a:defRPr sz="6000"/>
            </a:lvl2pPr>
            <a:lvl3pPr lvl="2">
              <a:spcBef>
                <a:spcPts val="0"/>
              </a:spcBef>
              <a:spcAft>
                <a:spcPts val="0"/>
              </a:spcAft>
              <a:buSzPts val="6000"/>
              <a:buNone/>
              <a:defRPr sz="6000"/>
            </a:lvl3pPr>
            <a:lvl4pPr lvl="3">
              <a:spcBef>
                <a:spcPts val="0"/>
              </a:spcBef>
              <a:spcAft>
                <a:spcPts val="0"/>
              </a:spcAft>
              <a:buSzPts val="6000"/>
              <a:buNone/>
              <a:defRPr sz="6000"/>
            </a:lvl4pPr>
            <a:lvl5pPr lvl="4">
              <a:spcBef>
                <a:spcPts val="0"/>
              </a:spcBef>
              <a:spcAft>
                <a:spcPts val="0"/>
              </a:spcAft>
              <a:buSzPts val="6000"/>
              <a:buNone/>
              <a:defRPr sz="6000"/>
            </a:lvl5pPr>
            <a:lvl6pPr lvl="5">
              <a:spcBef>
                <a:spcPts val="0"/>
              </a:spcBef>
              <a:spcAft>
                <a:spcPts val="0"/>
              </a:spcAft>
              <a:buSzPts val="6000"/>
              <a:buNone/>
              <a:defRPr sz="6000"/>
            </a:lvl6pPr>
            <a:lvl7pPr lvl="6">
              <a:spcBef>
                <a:spcPts val="0"/>
              </a:spcBef>
              <a:spcAft>
                <a:spcPts val="0"/>
              </a:spcAft>
              <a:buSzPts val="6000"/>
              <a:buNone/>
              <a:defRPr sz="6000"/>
            </a:lvl7pPr>
            <a:lvl8pPr lvl="7">
              <a:spcBef>
                <a:spcPts val="0"/>
              </a:spcBef>
              <a:spcAft>
                <a:spcPts val="0"/>
              </a:spcAft>
              <a:buSzPts val="6000"/>
              <a:buNone/>
              <a:defRPr sz="6000"/>
            </a:lvl8pPr>
            <a:lvl9pPr lvl="8">
              <a:spcBef>
                <a:spcPts val="0"/>
              </a:spcBef>
              <a:spcAft>
                <a:spcPts val="0"/>
              </a:spcAft>
              <a:buSzPts val="6000"/>
              <a:buNone/>
              <a:defRPr sz="6000"/>
            </a:lvl9pPr>
          </a:lstStyle>
          <a:p/>
        </p:txBody>
      </p:sp>
      <p:sp>
        <p:nvSpPr>
          <p:cNvPr id="45" name="Google Shape;45;p8"/>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6" name="Shape 46"/>
        <p:cNvGrpSpPr/>
        <p:nvPr/>
      </p:nvGrpSpPr>
      <p:grpSpPr>
        <a:xfrm>
          <a:off x="0" y="0"/>
          <a:ext cx="0" cy="0"/>
          <a:chOff x="0" y="0"/>
          <a:chExt cx="0" cy="0"/>
        </a:xfrm>
      </p:grpSpPr>
      <p:sp>
        <p:nvSpPr>
          <p:cNvPr id="47" name="Google Shape;47;p9"/>
          <p:cNvSpPr/>
          <p:nvPr/>
        </p:nvSpPr>
        <p:spPr>
          <a:xfrm flipH="1">
            <a:off x="0" y="0"/>
            <a:ext cx="4572000" cy="51435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 name="Google Shape;48;p9"/>
          <p:cNvSpPr/>
          <p:nvPr/>
        </p:nvSpPr>
        <p:spPr>
          <a:xfrm rot="5400000">
            <a:off x="1946425" y="2517750"/>
            <a:ext cx="51429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 name="Google Shape;49;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Clr>
                <a:schemeClr val="dk2"/>
              </a:buClr>
              <a:buSzPts val="4200"/>
              <a:buNone/>
              <a:defRPr sz="4200">
                <a:solidFill>
                  <a:schemeClr val="dk2"/>
                </a:solidFill>
              </a:defRPr>
            </a:lvl1pPr>
            <a:lvl2pPr lvl="1" algn="ctr">
              <a:spcBef>
                <a:spcPts val="0"/>
              </a:spcBef>
              <a:spcAft>
                <a:spcPts val="0"/>
              </a:spcAft>
              <a:buClr>
                <a:schemeClr val="dk2"/>
              </a:buClr>
              <a:buSzPts val="4200"/>
              <a:buNone/>
              <a:defRPr sz="4200">
                <a:solidFill>
                  <a:schemeClr val="dk2"/>
                </a:solidFill>
              </a:defRPr>
            </a:lvl2pPr>
            <a:lvl3pPr lvl="2" algn="ctr">
              <a:spcBef>
                <a:spcPts val="0"/>
              </a:spcBef>
              <a:spcAft>
                <a:spcPts val="0"/>
              </a:spcAft>
              <a:buClr>
                <a:schemeClr val="dk2"/>
              </a:buClr>
              <a:buSzPts val="4200"/>
              <a:buNone/>
              <a:defRPr sz="4200">
                <a:solidFill>
                  <a:schemeClr val="dk2"/>
                </a:solidFill>
              </a:defRPr>
            </a:lvl3pPr>
            <a:lvl4pPr lvl="3" algn="ctr">
              <a:spcBef>
                <a:spcPts val="0"/>
              </a:spcBef>
              <a:spcAft>
                <a:spcPts val="0"/>
              </a:spcAft>
              <a:buClr>
                <a:schemeClr val="dk2"/>
              </a:buClr>
              <a:buSzPts val="4200"/>
              <a:buNone/>
              <a:defRPr sz="4200">
                <a:solidFill>
                  <a:schemeClr val="dk2"/>
                </a:solidFill>
              </a:defRPr>
            </a:lvl4pPr>
            <a:lvl5pPr lvl="4" algn="ctr">
              <a:spcBef>
                <a:spcPts val="0"/>
              </a:spcBef>
              <a:spcAft>
                <a:spcPts val="0"/>
              </a:spcAft>
              <a:buClr>
                <a:schemeClr val="dk2"/>
              </a:buClr>
              <a:buSzPts val="4200"/>
              <a:buNone/>
              <a:defRPr sz="4200">
                <a:solidFill>
                  <a:schemeClr val="dk2"/>
                </a:solidFill>
              </a:defRPr>
            </a:lvl5pPr>
            <a:lvl6pPr lvl="5" algn="ctr">
              <a:spcBef>
                <a:spcPts val="0"/>
              </a:spcBef>
              <a:spcAft>
                <a:spcPts val="0"/>
              </a:spcAft>
              <a:buClr>
                <a:schemeClr val="dk2"/>
              </a:buClr>
              <a:buSzPts val="4200"/>
              <a:buNone/>
              <a:defRPr sz="4200">
                <a:solidFill>
                  <a:schemeClr val="dk2"/>
                </a:solidFill>
              </a:defRPr>
            </a:lvl6pPr>
            <a:lvl7pPr lvl="6" algn="ctr">
              <a:spcBef>
                <a:spcPts val="0"/>
              </a:spcBef>
              <a:spcAft>
                <a:spcPts val="0"/>
              </a:spcAft>
              <a:buClr>
                <a:schemeClr val="dk2"/>
              </a:buClr>
              <a:buSzPts val="4200"/>
              <a:buNone/>
              <a:defRPr sz="4200">
                <a:solidFill>
                  <a:schemeClr val="dk2"/>
                </a:solidFill>
              </a:defRPr>
            </a:lvl7pPr>
            <a:lvl8pPr lvl="7" algn="ctr">
              <a:spcBef>
                <a:spcPts val="0"/>
              </a:spcBef>
              <a:spcAft>
                <a:spcPts val="0"/>
              </a:spcAft>
              <a:buClr>
                <a:schemeClr val="dk2"/>
              </a:buClr>
              <a:buSzPts val="4200"/>
              <a:buNone/>
              <a:defRPr sz="4200">
                <a:solidFill>
                  <a:schemeClr val="dk2"/>
                </a:solidFill>
              </a:defRPr>
            </a:lvl8pPr>
            <a:lvl9pPr lvl="8" algn="ctr">
              <a:spcBef>
                <a:spcPts val="0"/>
              </a:spcBef>
              <a:spcAft>
                <a:spcPts val="0"/>
              </a:spcAft>
              <a:buClr>
                <a:schemeClr val="dk2"/>
              </a:buClr>
              <a:buSzPts val="4200"/>
              <a:buNone/>
              <a:defRPr sz="4200">
                <a:solidFill>
                  <a:schemeClr val="dk2"/>
                </a:solidFill>
              </a:defRPr>
            </a:lvl9pPr>
          </a:lstStyle>
          <a:p/>
        </p:txBody>
      </p:sp>
      <p:sp>
        <p:nvSpPr>
          <p:cNvPr id="50" name="Google Shape;50;p9"/>
          <p:cNvSpPr txBox="1"/>
          <p:nvPr>
            <p:ph idx="1" type="subTitle"/>
          </p:nvPr>
        </p:nvSpPr>
        <p:spPr>
          <a:xfrm>
            <a:off x="265500" y="2779467"/>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51" name="Google Shape;51;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23850" lvl="0" marL="457200">
              <a:spcBef>
                <a:spcPts val="0"/>
              </a:spcBef>
              <a:spcAft>
                <a:spcPts val="0"/>
              </a:spcAft>
              <a:buClr>
                <a:schemeClr val="lt1"/>
              </a:buClr>
              <a:buSzPts val="1500"/>
              <a:buChar char="●"/>
              <a:defRPr>
                <a:solidFill>
                  <a:schemeClr val="lt1"/>
                </a:solidFill>
              </a:defRPr>
            </a:lvl1pPr>
            <a:lvl2pPr indent="-323850" lvl="1" marL="914400">
              <a:spcBef>
                <a:spcPts val="0"/>
              </a:spcBef>
              <a:spcAft>
                <a:spcPts val="0"/>
              </a:spcAft>
              <a:buClr>
                <a:schemeClr val="lt1"/>
              </a:buClr>
              <a:buSzPts val="1500"/>
              <a:buChar char="○"/>
              <a:defRPr>
                <a:solidFill>
                  <a:schemeClr val="lt1"/>
                </a:solidFill>
              </a:defRPr>
            </a:lvl2pPr>
            <a:lvl3pPr indent="-323850" lvl="2" marL="1371600">
              <a:spcBef>
                <a:spcPts val="0"/>
              </a:spcBef>
              <a:spcAft>
                <a:spcPts val="0"/>
              </a:spcAft>
              <a:buClr>
                <a:schemeClr val="lt1"/>
              </a:buClr>
              <a:buSzPts val="1500"/>
              <a:buChar char="■"/>
              <a:defRPr>
                <a:solidFill>
                  <a:schemeClr val="lt1"/>
                </a:solidFill>
              </a:defRPr>
            </a:lvl3pPr>
            <a:lvl4pPr indent="-323850" lvl="3" marL="1828800">
              <a:spcBef>
                <a:spcPts val="0"/>
              </a:spcBef>
              <a:spcAft>
                <a:spcPts val="0"/>
              </a:spcAft>
              <a:buClr>
                <a:schemeClr val="lt1"/>
              </a:buClr>
              <a:buSzPts val="1500"/>
              <a:buChar char="●"/>
              <a:defRPr>
                <a:solidFill>
                  <a:schemeClr val="lt1"/>
                </a:solidFill>
              </a:defRPr>
            </a:lvl4pPr>
            <a:lvl5pPr indent="-323850" lvl="4" marL="2286000">
              <a:spcBef>
                <a:spcPts val="0"/>
              </a:spcBef>
              <a:spcAft>
                <a:spcPts val="0"/>
              </a:spcAft>
              <a:buClr>
                <a:schemeClr val="lt1"/>
              </a:buClr>
              <a:buSzPts val="1500"/>
              <a:buChar char="○"/>
              <a:defRPr>
                <a:solidFill>
                  <a:schemeClr val="lt1"/>
                </a:solidFill>
              </a:defRPr>
            </a:lvl5pPr>
            <a:lvl6pPr indent="-323850" lvl="5" marL="2743200">
              <a:spcBef>
                <a:spcPts val="0"/>
              </a:spcBef>
              <a:spcAft>
                <a:spcPts val="0"/>
              </a:spcAft>
              <a:buClr>
                <a:schemeClr val="lt1"/>
              </a:buClr>
              <a:buSzPts val="1500"/>
              <a:buChar char="■"/>
              <a:defRPr>
                <a:solidFill>
                  <a:schemeClr val="lt1"/>
                </a:solidFill>
              </a:defRPr>
            </a:lvl6pPr>
            <a:lvl7pPr indent="-323850" lvl="6" marL="3200400">
              <a:spcBef>
                <a:spcPts val="0"/>
              </a:spcBef>
              <a:spcAft>
                <a:spcPts val="0"/>
              </a:spcAft>
              <a:buClr>
                <a:schemeClr val="lt1"/>
              </a:buClr>
              <a:buSzPts val="1500"/>
              <a:buChar char="●"/>
              <a:defRPr>
                <a:solidFill>
                  <a:schemeClr val="lt1"/>
                </a:solidFill>
              </a:defRPr>
            </a:lvl7pPr>
            <a:lvl8pPr indent="-323850" lvl="7" marL="3657600">
              <a:spcBef>
                <a:spcPts val="0"/>
              </a:spcBef>
              <a:spcAft>
                <a:spcPts val="0"/>
              </a:spcAft>
              <a:buClr>
                <a:schemeClr val="lt1"/>
              </a:buClr>
              <a:buSzPts val="1500"/>
              <a:buChar char="○"/>
              <a:defRPr>
                <a:solidFill>
                  <a:schemeClr val="lt1"/>
                </a:solidFill>
              </a:defRPr>
            </a:lvl8pPr>
            <a:lvl9pPr indent="-323850" lvl="8" marL="4114800">
              <a:spcBef>
                <a:spcPts val="0"/>
              </a:spcBef>
              <a:spcAft>
                <a:spcPts val="0"/>
              </a:spcAft>
              <a:buClr>
                <a:schemeClr val="lt1"/>
              </a:buClr>
              <a:buSzPts val="1500"/>
              <a:buChar char="■"/>
              <a:defRPr>
                <a:solidFill>
                  <a:schemeClr val="lt1"/>
                </a:solidFill>
              </a:defRPr>
            </a:lvl9pPr>
          </a:lstStyle>
          <a:p/>
        </p:txBody>
      </p:sp>
      <p:sp>
        <p:nvSpPr>
          <p:cNvPr id="52" name="Google Shape;52;p9"/>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3" name="Shape 53"/>
        <p:cNvGrpSpPr/>
        <p:nvPr/>
      </p:nvGrpSpPr>
      <p:grpSpPr>
        <a:xfrm>
          <a:off x="0" y="0"/>
          <a:ext cx="0" cy="0"/>
          <a:chOff x="0" y="0"/>
          <a:chExt cx="0" cy="0"/>
        </a:xfrm>
      </p:grpSpPr>
      <p:sp>
        <p:nvSpPr>
          <p:cNvPr id="54" name="Google Shape;54;p10"/>
          <p:cNvSpPr txBox="1"/>
          <p:nvPr/>
        </p:nvSpPr>
        <p:spPr>
          <a:xfrm flipH="1" rot="10800000">
            <a:off x="0" y="0"/>
            <a:ext cx="9144000" cy="46959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 name="Google Shape;55;p10"/>
          <p:cNvSpPr/>
          <p:nvPr/>
        </p:nvSpPr>
        <p:spPr>
          <a:xfrm flipH="1" rot="10800000">
            <a:off x="0" y="4622725"/>
            <a:ext cx="9144000" cy="741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10"/>
          <p:cNvSpPr txBox="1"/>
          <p:nvPr>
            <p:ph idx="1" type="body"/>
          </p:nvPr>
        </p:nvSpPr>
        <p:spPr>
          <a:xfrm>
            <a:off x="57150" y="4696825"/>
            <a:ext cx="8382000" cy="4467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Clr>
                <a:schemeClr val="lt1"/>
              </a:buClr>
              <a:buSzPts val="1200"/>
              <a:buNone/>
              <a:defRPr sz="1200">
                <a:solidFill>
                  <a:schemeClr val="lt1"/>
                </a:solidFill>
              </a:defRPr>
            </a:lvl1pPr>
          </a:lstStyle>
          <a:p/>
        </p:txBody>
      </p:sp>
      <p:sp>
        <p:nvSpPr>
          <p:cNvPr id="57" name="Google Shape;57;p10"/>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accent4"/>
        </a:solidFill>
      </p:bgPr>
    </p:bg>
    <p:spTree>
      <p:nvGrpSpPr>
        <p:cNvPr id="58" name="Shape 58"/>
        <p:cNvGrpSpPr/>
        <p:nvPr/>
      </p:nvGrpSpPr>
      <p:grpSpPr>
        <a:xfrm>
          <a:off x="0" y="0"/>
          <a:ext cx="0" cy="0"/>
          <a:chOff x="0" y="0"/>
          <a:chExt cx="0" cy="0"/>
        </a:xfrm>
      </p:grpSpPr>
      <p:sp>
        <p:nvSpPr>
          <p:cNvPr id="59" name="Google Shape;59;p11"/>
          <p:cNvSpPr txBox="1"/>
          <p:nvPr>
            <p:ph hasCustomPrompt="1" type="title"/>
          </p:nvPr>
        </p:nvSpPr>
        <p:spPr>
          <a:xfrm>
            <a:off x="475500" y="1258525"/>
            <a:ext cx="8222100" cy="1963500"/>
          </a:xfrm>
          <a:prstGeom prst="rect">
            <a:avLst/>
          </a:prstGeom>
        </p:spPr>
        <p:txBody>
          <a:bodyPr anchorCtr="0" anchor="b" bIns="91425" lIns="91425" spcFirstLastPara="1" rIns="91425" wrap="square" tIns="91425">
            <a:normAutofit/>
          </a:bodyPr>
          <a:lstStyle>
            <a:lvl1pPr lvl="0" algn="ctr">
              <a:spcBef>
                <a:spcPts val="0"/>
              </a:spcBef>
              <a:spcAft>
                <a:spcPts val="0"/>
              </a:spcAft>
              <a:buClr>
                <a:schemeClr val="dk2"/>
              </a:buClr>
              <a:buSzPts val="12000"/>
              <a:buNone/>
              <a:defRPr sz="12000">
                <a:solidFill>
                  <a:schemeClr val="dk2"/>
                </a:solidFill>
              </a:defRPr>
            </a:lvl1pPr>
            <a:lvl2pPr lvl="1" algn="ctr">
              <a:spcBef>
                <a:spcPts val="0"/>
              </a:spcBef>
              <a:spcAft>
                <a:spcPts val="0"/>
              </a:spcAft>
              <a:buClr>
                <a:schemeClr val="dk2"/>
              </a:buClr>
              <a:buSzPts val="12000"/>
              <a:buNone/>
              <a:defRPr sz="12000">
                <a:solidFill>
                  <a:schemeClr val="dk2"/>
                </a:solidFill>
              </a:defRPr>
            </a:lvl2pPr>
            <a:lvl3pPr lvl="2" algn="ctr">
              <a:spcBef>
                <a:spcPts val="0"/>
              </a:spcBef>
              <a:spcAft>
                <a:spcPts val="0"/>
              </a:spcAft>
              <a:buClr>
                <a:schemeClr val="dk2"/>
              </a:buClr>
              <a:buSzPts val="12000"/>
              <a:buNone/>
              <a:defRPr sz="12000">
                <a:solidFill>
                  <a:schemeClr val="dk2"/>
                </a:solidFill>
              </a:defRPr>
            </a:lvl3pPr>
            <a:lvl4pPr lvl="3" algn="ctr">
              <a:spcBef>
                <a:spcPts val="0"/>
              </a:spcBef>
              <a:spcAft>
                <a:spcPts val="0"/>
              </a:spcAft>
              <a:buClr>
                <a:schemeClr val="dk2"/>
              </a:buClr>
              <a:buSzPts val="12000"/>
              <a:buNone/>
              <a:defRPr sz="12000">
                <a:solidFill>
                  <a:schemeClr val="dk2"/>
                </a:solidFill>
              </a:defRPr>
            </a:lvl4pPr>
            <a:lvl5pPr lvl="4" algn="ctr">
              <a:spcBef>
                <a:spcPts val="0"/>
              </a:spcBef>
              <a:spcAft>
                <a:spcPts val="0"/>
              </a:spcAft>
              <a:buClr>
                <a:schemeClr val="dk2"/>
              </a:buClr>
              <a:buSzPts val="12000"/>
              <a:buNone/>
              <a:defRPr sz="12000">
                <a:solidFill>
                  <a:schemeClr val="dk2"/>
                </a:solidFill>
              </a:defRPr>
            </a:lvl5pPr>
            <a:lvl6pPr lvl="5" algn="ctr">
              <a:spcBef>
                <a:spcPts val="0"/>
              </a:spcBef>
              <a:spcAft>
                <a:spcPts val="0"/>
              </a:spcAft>
              <a:buClr>
                <a:schemeClr val="dk2"/>
              </a:buClr>
              <a:buSzPts val="12000"/>
              <a:buNone/>
              <a:defRPr sz="12000">
                <a:solidFill>
                  <a:schemeClr val="dk2"/>
                </a:solidFill>
              </a:defRPr>
            </a:lvl6pPr>
            <a:lvl7pPr lvl="6" algn="ctr">
              <a:spcBef>
                <a:spcPts val="0"/>
              </a:spcBef>
              <a:spcAft>
                <a:spcPts val="0"/>
              </a:spcAft>
              <a:buClr>
                <a:schemeClr val="dk2"/>
              </a:buClr>
              <a:buSzPts val="12000"/>
              <a:buNone/>
              <a:defRPr sz="12000">
                <a:solidFill>
                  <a:schemeClr val="dk2"/>
                </a:solidFill>
              </a:defRPr>
            </a:lvl7pPr>
            <a:lvl8pPr lvl="7" algn="ctr">
              <a:spcBef>
                <a:spcPts val="0"/>
              </a:spcBef>
              <a:spcAft>
                <a:spcPts val="0"/>
              </a:spcAft>
              <a:buClr>
                <a:schemeClr val="dk2"/>
              </a:buClr>
              <a:buSzPts val="12000"/>
              <a:buNone/>
              <a:defRPr sz="12000">
                <a:solidFill>
                  <a:schemeClr val="dk2"/>
                </a:solidFill>
              </a:defRPr>
            </a:lvl8pPr>
            <a:lvl9pPr lvl="8" algn="ctr">
              <a:spcBef>
                <a:spcPts val="0"/>
              </a:spcBef>
              <a:spcAft>
                <a:spcPts val="0"/>
              </a:spcAft>
              <a:buClr>
                <a:schemeClr val="dk2"/>
              </a:buClr>
              <a:buSzPts val="12000"/>
              <a:buNone/>
              <a:defRPr sz="12000">
                <a:solidFill>
                  <a:schemeClr val="dk2"/>
                </a:solidFill>
              </a:defRPr>
            </a:lvl9pPr>
          </a:lstStyle>
          <a:p>
            <a:r>
              <a:t>xx%</a:t>
            </a:r>
          </a:p>
        </p:txBody>
      </p:sp>
      <p:sp>
        <p:nvSpPr>
          <p:cNvPr id="60" name="Google Shape;60;p11"/>
          <p:cNvSpPr txBox="1"/>
          <p:nvPr>
            <p:ph idx="1" type="body"/>
          </p:nvPr>
        </p:nvSpPr>
        <p:spPr>
          <a:xfrm>
            <a:off x="475500" y="3304625"/>
            <a:ext cx="8222100" cy="1300800"/>
          </a:xfrm>
          <a:prstGeom prst="rect">
            <a:avLst/>
          </a:prstGeom>
        </p:spPr>
        <p:txBody>
          <a:bodyPr anchorCtr="0" anchor="t" bIns="91425" lIns="91425" spcFirstLastPara="1" rIns="91425" wrap="square" tIns="91425">
            <a:normAutofit/>
          </a:bodyPr>
          <a:lstStyle>
            <a:lvl1pPr indent="-323850" lvl="0" marL="457200" algn="ctr">
              <a:spcBef>
                <a:spcPts val="0"/>
              </a:spcBef>
              <a:spcAft>
                <a:spcPts val="0"/>
              </a:spcAft>
              <a:buSzPts val="1500"/>
              <a:buChar char="●"/>
              <a:defRPr/>
            </a:lvl1pPr>
            <a:lvl2pPr indent="-323850" lvl="1" marL="914400" algn="ctr">
              <a:spcBef>
                <a:spcPts val="0"/>
              </a:spcBef>
              <a:spcAft>
                <a:spcPts val="0"/>
              </a:spcAft>
              <a:buSzPts val="1500"/>
              <a:buChar char="○"/>
              <a:defRPr/>
            </a:lvl2pPr>
            <a:lvl3pPr indent="-323850" lvl="2" marL="1371600" algn="ctr">
              <a:spcBef>
                <a:spcPts val="0"/>
              </a:spcBef>
              <a:spcAft>
                <a:spcPts val="0"/>
              </a:spcAft>
              <a:buSzPts val="1500"/>
              <a:buChar char="■"/>
              <a:defRPr/>
            </a:lvl3pPr>
            <a:lvl4pPr indent="-323850" lvl="3" marL="1828800" algn="ctr">
              <a:spcBef>
                <a:spcPts val="0"/>
              </a:spcBef>
              <a:spcAft>
                <a:spcPts val="0"/>
              </a:spcAft>
              <a:buSzPts val="1500"/>
              <a:buChar char="●"/>
              <a:defRPr/>
            </a:lvl4pPr>
            <a:lvl5pPr indent="-323850" lvl="4" marL="2286000" algn="ctr">
              <a:spcBef>
                <a:spcPts val="0"/>
              </a:spcBef>
              <a:spcAft>
                <a:spcPts val="0"/>
              </a:spcAft>
              <a:buSzPts val="1500"/>
              <a:buChar char="○"/>
              <a:defRPr/>
            </a:lvl5pPr>
            <a:lvl6pPr indent="-323850" lvl="5" marL="2743200" algn="ctr">
              <a:spcBef>
                <a:spcPts val="0"/>
              </a:spcBef>
              <a:spcAft>
                <a:spcPts val="0"/>
              </a:spcAft>
              <a:buSzPts val="1500"/>
              <a:buChar char="■"/>
              <a:defRPr/>
            </a:lvl6pPr>
            <a:lvl7pPr indent="-323850" lvl="6" marL="3200400" algn="ctr">
              <a:spcBef>
                <a:spcPts val="0"/>
              </a:spcBef>
              <a:spcAft>
                <a:spcPts val="0"/>
              </a:spcAft>
              <a:buSzPts val="1500"/>
              <a:buChar char="●"/>
              <a:defRPr/>
            </a:lvl7pPr>
            <a:lvl8pPr indent="-323850" lvl="7" marL="3657600" algn="ctr">
              <a:spcBef>
                <a:spcPts val="0"/>
              </a:spcBef>
              <a:spcAft>
                <a:spcPts val="0"/>
              </a:spcAft>
              <a:buSzPts val="1500"/>
              <a:buChar char="○"/>
              <a:defRPr/>
            </a:lvl8pPr>
            <a:lvl9pPr indent="-323850" lvl="8" marL="4114800" algn="ctr">
              <a:spcBef>
                <a:spcPts val="0"/>
              </a:spcBef>
              <a:spcAft>
                <a:spcPts val="0"/>
              </a:spcAft>
              <a:buSzPts val="1500"/>
              <a:buChar char="■"/>
              <a:defRPr/>
            </a:lvl9pPr>
          </a:lstStyle>
          <a:p/>
        </p:txBody>
      </p:sp>
      <p:sp>
        <p:nvSpPr>
          <p:cNvPr id="61" name="Google Shape;61;p11"/>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rgbClr val="000000"/>
        </a:solidFill>
      </p:bgPr>
    </p:bg>
    <p:spTree>
      <p:nvGrpSpPr>
        <p:cNvPr id="62" name="Shape 62"/>
        <p:cNvGrpSpPr/>
        <p:nvPr/>
      </p:nvGrpSpPr>
      <p:grpSpPr>
        <a:xfrm>
          <a:off x="0" y="0"/>
          <a:ext cx="0" cy="0"/>
          <a:chOff x="0" y="0"/>
          <a:chExt cx="0" cy="0"/>
        </a:xfrm>
      </p:grpSpPr>
      <p:sp>
        <p:nvSpPr>
          <p:cNvPr id="63" name="Google Shape;63;p12"/>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1">
  <p:cSld name="OBJECT_1">
    <p:spTree>
      <p:nvGrpSpPr>
        <p:cNvPr id="64" name="Shape 64"/>
        <p:cNvGrpSpPr/>
        <p:nvPr/>
      </p:nvGrpSpPr>
      <p:grpSpPr>
        <a:xfrm>
          <a:off x="0" y="0"/>
          <a:ext cx="0" cy="0"/>
          <a:chOff x="0" y="0"/>
          <a:chExt cx="0" cy="0"/>
        </a:xfrm>
      </p:grpSpPr>
      <p:sp>
        <p:nvSpPr>
          <p:cNvPr id="65" name="Google Shape;65;p13"/>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66" name="Google Shape;66;p13"/>
          <p:cNvSpPr txBox="1"/>
          <p:nvPr>
            <p:ph idx="1" type="body"/>
          </p:nvPr>
        </p:nvSpPr>
        <p:spPr>
          <a:xfrm>
            <a:off x="628650" y="1369219"/>
            <a:ext cx="7886700" cy="32634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67" name="Google Shape;67;p13"/>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sz="1100"/>
            </a:lvl1pPr>
            <a:lvl2pPr lvl="1" algn="l">
              <a:lnSpc>
                <a:spcPct val="100000"/>
              </a:lnSpc>
              <a:spcBef>
                <a:spcPts val="0"/>
              </a:spcBef>
              <a:spcAft>
                <a:spcPts val="0"/>
              </a:spcAft>
              <a:buSzPts val="1100"/>
              <a:buNone/>
              <a:defRPr sz="1100"/>
            </a:lvl2pPr>
            <a:lvl3pPr lvl="2" algn="l">
              <a:lnSpc>
                <a:spcPct val="100000"/>
              </a:lnSpc>
              <a:spcBef>
                <a:spcPts val="0"/>
              </a:spcBef>
              <a:spcAft>
                <a:spcPts val="0"/>
              </a:spcAft>
              <a:buSzPts val="1100"/>
              <a:buNone/>
              <a:defRPr sz="1100"/>
            </a:lvl3pPr>
            <a:lvl4pPr lvl="3" algn="l">
              <a:lnSpc>
                <a:spcPct val="100000"/>
              </a:lnSpc>
              <a:spcBef>
                <a:spcPts val="0"/>
              </a:spcBef>
              <a:spcAft>
                <a:spcPts val="0"/>
              </a:spcAft>
              <a:buSzPts val="1100"/>
              <a:buNone/>
              <a:defRPr sz="1100"/>
            </a:lvl4pPr>
            <a:lvl5pPr lvl="4" algn="l">
              <a:lnSpc>
                <a:spcPct val="100000"/>
              </a:lnSpc>
              <a:spcBef>
                <a:spcPts val="0"/>
              </a:spcBef>
              <a:spcAft>
                <a:spcPts val="0"/>
              </a:spcAft>
              <a:buSzPts val="1100"/>
              <a:buNone/>
              <a:defRPr sz="1100"/>
            </a:lvl5pPr>
            <a:lvl6pPr lvl="5" algn="l">
              <a:lnSpc>
                <a:spcPct val="100000"/>
              </a:lnSpc>
              <a:spcBef>
                <a:spcPts val="0"/>
              </a:spcBef>
              <a:spcAft>
                <a:spcPts val="0"/>
              </a:spcAft>
              <a:buSzPts val="1100"/>
              <a:buNone/>
              <a:defRPr sz="1100"/>
            </a:lvl6pPr>
            <a:lvl7pPr lvl="6" algn="l">
              <a:lnSpc>
                <a:spcPct val="100000"/>
              </a:lnSpc>
              <a:spcBef>
                <a:spcPts val="0"/>
              </a:spcBef>
              <a:spcAft>
                <a:spcPts val="0"/>
              </a:spcAft>
              <a:buSzPts val="1100"/>
              <a:buNone/>
              <a:defRPr sz="1100"/>
            </a:lvl7pPr>
            <a:lvl8pPr lvl="7" algn="l">
              <a:lnSpc>
                <a:spcPct val="100000"/>
              </a:lnSpc>
              <a:spcBef>
                <a:spcPts val="0"/>
              </a:spcBef>
              <a:spcAft>
                <a:spcPts val="0"/>
              </a:spcAft>
              <a:buSzPts val="1100"/>
              <a:buNone/>
              <a:defRPr sz="1100"/>
            </a:lvl8pPr>
            <a:lvl9pPr lvl="8" algn="l">
              <a:lnSpc>
                <a:spcPct val="100000"/>
              </a:lnSpc>
              <a:spcBef>
                <a:spcPts val="0"/>
              </a:spcBef>
              <a:spcAft>
                <a:spcPts val="0"/>
              </a:spcAft>
              <a:buSzPts val="1100"/>
              <a:buNone/>
              <a:defRPr sz="1100"/>
            </a:lvl9pPr>
          </a:lstStyle>
          <a:p/>
        </p:txBody>
      </p:sp>
      <p:sp>
        <p:nvSpPr>
          <p:cNvPr id="68" name="Google Shape;68;p13"/>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sz="1100"/>
            </a:lvl1pPr>
            <a:lvl2pPr lvl="1" algn="l">
              <a:lnSpc>
                <a:spcPct val="100000"/>
              </a:lnSpc>
              <a:spcBef>
                <a:spcPts val="0"/>
              </a:spcBef>
              <a:spcAft>
                <a:spcPts val="0"/>
              </a:spcAft>
              <a:buSzPts val="1100"/>
              <a:buNone/>
              <a:defRPr sz="1100"/>
            </a:lvl2pPr>
            <a:lvl3pPr lvl="2" algn="l">
              <a:lnSpc>
                <a:spcPct val="100000"/>
              </a:lnSpc>
              <a:spcBef>
                <a:spcPts val="0"/>
              </a:spcBef>
              <a:spcAft>
                <a:spcPts val="0"/>
              </a:spcAft>
              <a:buSzPts val="1100"/>
              <a:buNone/>
              <a:defRPr sz="1100"/>
            </a:lvl3pPr>
            <a:lvl4pPr lvl="3" algn="l">
              <a:lnSpc>
                <a:spcPct val="100000"/>
              </a:lnSpc>
              <a:spcBef>
                <a:spcPts val="0"/>
              </a:spcBef>
              <a:spcAft>
                <a:spcPts val="0"/>
              </a:spcAft>
              <a:buSzPts val="1100"/>
              <a:buNone/>
              <a:defRPr sz="1100"/>
            </a:lvl4pPr>
            <a:lvl5pPr lvl="4" algn="l">
              <a:lnSpc>
                <a:spcPct val="100000"/>
              </a:lnSpc>
              <a:spcBef>
                <a:spcPts val="0"/>
              </a:spcBef>
              <a:spcAft>
                <a:spcPts val="0"/>
              </a:spcAft>
              <a:buSzPts val="1100"/>
              <a:buNone/>
              <a:defRPr sz="1100"/>
            </a:lvl5pPr>
            <a:lvl6pPr lvl="5" algn="l">
              <a:lnSpc>
                <a:spcPct val="100000"/>
              </a:lnSpc>
              <a:spcBef>
                <a:spcPts val="0"/>
              </a:spcBef>
              <a:spcAft>
                <a:spcPts val="0"/>
              </a:spcAft>
              <a:buSzPts val="1100"/>
              <a:buNone/>
              <a:defRPr sz="1100"/>
            </a:lvl6pPr>
            <a:lvl7pPr lvl="6" algn="l">
              <a:lnSpc>
                <a:spcPct val="100000"/>
              </a:lnSpc>
              <a:spcBef>
                <a:spcPts val="0"/>
              </a:spcBef>
              <a:spcAft>
                <a:spcPts val="0"/>
              </a:spcAft>
              <a:buSzPts val="1100"/>
              <a:buNone/>
              <a:defRPr sz="1100"/>
            </a:lvl7pPr>
            <a:lvl8pPr lvl="7" algn="l">
              <a:lnSpc>
                <a:spcPct val="100000"/>
              </a:lnSpc>
              <a:spcBef>
                <a:spcPts val="0"/>
              </a:spcBef>
              <a:spcAft>
                <a:spcPts val="0"/>
              </a:spcAft>
              <a:buSzPts val="1100"/>
              <a:buNone/>
              <a:defRPr sz="1100"/>
            </a:lvl8pPr>
            <a:lvl9pPr lvl="8" algn="l">
              <a:lnSpc>
                <a:spcPct val="100000"/>
              </a:lnSpc>
              <a:spcBef>
                <a:spcPts val="0"/>
              </a:spcBef>
              <a:spcAft>
                <a:spcPts val="0"/>
              </a:spcAft>
              <a:buSzPts val="1100"/>
              <a:buNone/>
              <a:defRPr sz="1100"/>
            </a:lvl9pPr>
          </a:lstStyle>
          <a:p/>
        </p:txBody>
      </p:sp>
      <p:sp>
        <p:nvSpPr>
          <p:cNvPr id="69" name="Google Shape;69;p13"/>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slideLayout" Target="../slideLayouts/slideLayout12.xml"/><Relationship Id="rId12" Type="http://schemas.openxmlformats.org/officeDocument/2006/relationships/slideLayout" Target="../slideLayouts/slideLayout11.xml"/><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14" Type="http://schemas.openxmlformats.org/officeDocument/2006/relationships/theme" Target="../theme/theme2.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material">
    <p:bg>
      <p:bgPr>
        <a:solidFill>
          <a:schemeClr val="dk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71900" y="738725"/>
            <a:ext cx="8222100" cy="767700"/>
          </a:xfrm>
          <a:prstGeom prst="rect">
            <a:avLst/>
          </a:prstGeom>
          <a:noFill/>
          <a:ln>
            <a:noFill/>
          </a:ln>
        </p:spPr>
        <p:txBody>
          <a:bodyPr anchorCtr="0" anchor="b" bIns="91425" lIns="91425" spcFirstLastPara="1" rIns="91425" wrap="square" tIns="91425">
            <a:normAutofit/>
          </a:bodyPr>
          <a:lstStyle>
            <a:lvl1pPr lvl="0">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1pPr>
            <a:lvl2pPr lvl="1">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2pPr>
            <a:lvl3pPr lvl="2">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3pPr>
            <a:lvl4pPr lvl="3">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4pPr>
            <a:lvl5pPr lvl="4">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5pPr>
            <a:lvl6pPr lvl="5">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6pPr>
            <a:lvl7pPr lvl="6">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7pPr>
            <a:lvl8pPr lvl="7">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8pPr>
            <a:lvl9pPr lvl="8">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9pPr>
          </a:lstStyle>
          <a:p/>
        </p:txBody>
      </p:sp>
      <p:sp>
        <p:nvSpPr>
          <p:cNvPr id="7" name="Google Shape;7;p1"/>
          <p:cNvSpPr txBox="1"/>
          <p:nvPr>
            <p:ph idx="1" type="body"/>
          </p:nvPr>
        </p:nvSpPr>
        <p:spPr>
          <a:xfrm>
            <a:off x="471900" y="1919075"/>
            <a:ext cx="8222100" cy="2710200"/>
          </a:xfrm>
          <a:prstGeom prst="rect">
            <a:avLst/>
          </a:prstGeom>
          <a:noFill/>
          <a:ln>
            <a:noFill/>
          </a:ln>
        </p:spPr>
        <p:txBody>
          <a:bodyPr anchorCtr="0" anchor="t" bIns="91425" lIns="91425" spcFirstLastPara="1" rIns="91425" wrap="square" tIns="91425">
            <a:normAutofit/>
          </a:bodyPr>
          <a:lstStyle>
            <a:lvl1pPr indent="-323850" lvl="0" marL="457200">
              <a:lnSpc>
                <a:spcPct val="115000"/>
              </a:lnSpc>
              <a:spcBef>
                <a:spcPts val="0"/>
              </a:spcBef>
              <a:spcAft>
                <a:spcPts val="0"/>
              </a:spcAft>
              <a:buSzPts val="1500"/>
              <a:buChar char="●"/>
              <a:defRPr sz="1500"/>
            </a:lvl1pPr>
            <a:lvl2pPr indent="-323850" lvl="1" marL="914400">
              <a:lnSpc>
                <a:spcPct val="115000"/>
              </a:lnSpc>
              <a:spcBef>
                <a:spcPts val="0"/>
              </a:spcBef>
              <a:spcAft>
                <a:spcPts val="0"/>
              </a:spcAft>
              <a:buSzPts val="1500"/>
              <a:buChar char="○"/>
              <a:defRPr sz="1500"/>
            </a:lvl2pPr>
            <a:lvl3pPr indent="-323850" lvl="2" marL="1371600">
              <a:lnSpc>
                <a:spcPct val="115000"/>
              </a:lnSpc>
              <a:spcBef>
                <a:spcPts val="0"/>
              </a:spcBef>
              <a:spcAft>
                <a:spcPts val="0"/>
              </a:spcAft>
              <a:buSzPts val="1500"/>
              <a:buChar char="■"/>
              <a:defRPr sz="1500"/>
            </a:lvl3pPr>
            <a:lvl4pPr indent="-323850" lvl="3" marL="1828800">
              <a:lnSpc>
                <a:spcPct val="115000"/>
              </a:lnSpc>
              <a:spcBef>
                <a:spcPts val="0"/>
              </a:spcBef>
              <a:spcAft>
                <a:spcPts val="0"/>
              </a:spcAft>
              <a:buSzPts val="1500"/>
              <a:buChar char="●"/>
              <a:defRPr sz="1500"/>
            </a:lvl4pPr>
            <a:lvl5pPr indent="-323850" lvl="4" marL="2286000">
              <a:lnSpc>
                <a:spcPct val="115000"/>
              </a:lnSpc>
              <a:spcBef>
                <a:spcPts val="0"/>
              </a:spcBef>
              <a:spcAft>
                <a:spcPts val="0"/>
              </a:spcAft>
              <a:buSzPts val="1500"/>
              <a:buChar char="○"/>
              <a:defRPr sz="1500"/>
            </a:lvl5pPr>
            <a:lvl6pPr indent="-323850" lvl="5" marL="2743200">
              <a:lnSpc>
                <a:spcPct val="115000"/>
              </a:lnSpc>
              <a:spcBef>
                <a:spcPts val="0"/>
              </a:spcBef>
              <a:spcAft>
                <a:spcPts val="0"/>
              </a:spcAft>
              <a:buSzPts val="1500"/>
              <a:buChar char="■"/>
              <a:defRPr sz="1500"/>
            </a:lvl6pPr>
            <a:lvl7pPr indent="-323850" lvl="6" marL="3200400">
              <a:lnSpc>
                <a:spcPct val="115000"/>
              </a:lnSpc>
              <a:spcBef>
                <a:spcPts val="0"/>
              </a:spcBef>
              <a:spcAft>
                <a:spcPts val="0"/>
              </a:spcAft>
              <a:buSzPts val="1500"/>
              <a:buChar char="●"/>
              <a:defRPr sz="1500"/>
            </a:lvl7pPr>
            <a:lvl8pPr indent="-323850" lvl="7" marL="3657600">
              <a:lnSpc>
                <a:spcPct val="115000"/>
              </a:lnSpc>
              <a:spcBef>
                <a:spcPts val="0"/>
              </a:spcBef>
              <a:spcAft>
                <a:spcPts val="0"/>
              </a:spcAft>
              <a:buSzPts val="1500"/>
              <a:buChar char="○"/>
              <a:defRPr sz="1500"/>
            </a:lvl8pPr>
            <a:lvl9pPr indent="-323850" lvl="8" marL="4114800">
              <a:lnSpc>
                <a:spcPct val="115000"/>
              </a:lnSpc>
              <a:spcBef>
                <a:spcPts val="0"/>
              </a:spcBef>
              <a:spcAft>
                <a:spcPts val="0"/>
              </a:spcAft>
              <a:buSzPts val="1500"/>
              <a:buChar char="■"/>
              <a:defRPr sz="1500"/>
            </a:lvl9pPr>
          </a:lstStyle>
          <a:p/>
        </p:txBody>
      </p:sp>
      <p:sp>
        <p:nvSpPr>
          <p:cNvPr id="8" name="Google Shape;8;p1"/>
          <p:cNvSpPr txBox="1"/>
          <p:nvPr>
            <p:ph idx="12" type="sldNum"/>
          </p:nvPr>
        </p:nvSpPr>
        <p:spPr>
          <a:xfrm>
            <a:off x="8523541" y="4695623"/>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lt2"/>
                </a:solidFill>
                <a:latin typeface="Roboto"/>
                <a:ea typeface="Roboto"/>
                <a:cs typeface="Roboto"/>
                <a:sym typeface="Roboto"/>
              </a:defRPr>
            </a:lvl1pPr>
            <a:lvl2pPr lvl="1" algn="r">
              <a:buNone/>
              <a:defRPr sz="1000">
                <a:solidFill>
                  <a:schemeClr val="lt2"/>
                </a:solidFill>
                <a:latin typeface="Roboto"/>
                <a:ea typeface="Roboto"/>
                <a:cs typeface="Roboto"/>
                <a:sym typeface="Roboto"/>
              </a:defRPr>
            </a:lvl2pPr>
            <a:lvl3pPr lvl="2" algn="r">
              <a:buNone/>
              <a:defRPr sz="1000">
                <a:solidFill>
                  <a:schemeClr val="lt2"/>
                </a:solidFill>
                <a:latin typeface="Roboto"/>
                <a:ea typeface="Roboto"/>
                <a:cs typeface="Roboto"/>
                <a:sym typeface="Roboto"/>
              </a:defRPr>
            </a:lvl3pPr>
            <a:lvl4pPr lvl="3" algn="r">
              <a:buNone/>
              <a:defRPr sz="1000">
                <a:solidFill>
                  <a:schemeClr val="lt2"/>
                </a:solidFill>
                <a:latin typeface="Roboto"/>
                <a:ea typeface="Roboto"/>
                <a:cs typeface="Roboto"/>
                <a:sym typeface="Roboto"/>
              </a:defRPr>
            </a:lvl4pPr>
            <a:lvl5pPr lvl="4" algn="r">
              <a:buNone/>
              <a:defRPr sz="1000">
                <a:solidFill>
                  <a:schemeClr val="lt2"/>
                </a:solidFill>
                <a:latin typeface="Roboto"/>
                <a:ea typeface="Roboto"/>
                <a:cs typeface="Roboto"/>
                <a:sym typeface="Roboto"/>
              </a:defRPr>
            </a:lvl5pPr>
            <a:lvl6pPr lvl="5" algn="r">
              <a:buNone/>
              <a:defRPr sz="1000">
                <a:solidFill>
                  <a:schemeClr val="lt2"/>
                </a:solidFill>
                <a:latin typeface="Roboto"/>
                <a:ea typeface="Roboto"/>
                <a:cs typeface="Roboto"/>
                <a:sym typeface="Roboto"/>
              </a:defRPr>
            </a:lvl6pPr>
            <a:lvl7pPr lvl="6" algn="r">
              <a:buNone/>
              <a:defRPr sz="1000">
                <a:solidFill>
                  <a:schemeClr val="lt2"/>
                </a:solidFill>
                <a:latin typeface="Roboto"/>
                <a:ea typeface="Roboto"/>
                <a:cs typeface="Roboto"/>
                <a:sym typeface="Roboto"/>
              </a:defRPr>
            </a:lvl7pPr>
            <a:lvl8pPr lvl="7" algn="r">
              <a:buNone/>
              <a:defRPr sz="1000">
                <a:solidFill>
                  <a:schemeClr val="lt2"/>
                </a:solidFill>
                <a:latin typeface="Roboto"/>
                <a:ea typeface="Roboto"/>
                <a:cs typeface="Roboto"/>
                <a:sym typeface="Roboto"/>
              </a:defRPr>
            </a:lvl8pPr>
            <a:lvl9pPr lvl="8" algn="r">
              <a:buNone/>
              <a:defRPr sz="1000">
                <a:solidFill>
                  <a:schemeClr val="lt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pic>
        <p:nvPicPr>
          <p:cNvPr id="9" name="Google Shape;9;p1"/>
          <p:cNvPicPr preferRelativeResize="0"/>
          <p:nvPr/>
        </p:nvPicPr>
        <p:blipFill rotWithShape="1">
          <a:blip r:embed="rId1">
            <a:alphaModFix/>
          </a:blip>
          <a:srcRect b="0" l="0" r="0" t="0"/>
          <a:stretch/>
        </p:blipFill>
        <p:spPr>
          <a:xfrm>
            <a:off x="8016750" y="0"/>
            <a:ext cx="1127250" cy="1127250"/>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6.png"/><Relationship Id="rId4" Type="http://schemas.openxmlformats.org/officeDocument/2006/relationships/image" Target="../media/image10.png"/><Relationship Id="rId5" Type="http://schemas.openxmlformats.org/officeDocument/2006/relationships/image" Target="../media/image9.png"/><Relationship Id="rId6"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6.xml"/><Relationship Id="rId3" Type="http://schemas.openxmlformats.org/officeDocument/2006/relationships/image" Target="../media/image1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7.xml"/><Relationship Id="rId3" Type="http://schemas.openxmlformats.org/officeDocument/2006/relationships/image" Target="../media/image1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0.xml"/><Relationship Id="rId3"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1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2.xml"/><Relationship Id="rId3" Type="http://schemas.openxmlformats.org/officeDocument/2006/relationships/image" Target="../media/image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2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4.xml"/><Relationship Id="rId3" Type="http://schemas.openxmlformats.org/officeDocument/2006/relationships/image" Target="../media/image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15.png"/><Relationship Id="rId4" Type="http://schemas.openxmlformats.org/officeDocument/2006/relationships/image" Target="../media/image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1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8.xml"/><Relationship Id="rId3" Type="http://schemas.openxmlformats.org/officeDocument/2006/relationships/image" Target="../media/image14.png"/><Relationship Id="rId4" Type="http://schemas.openxmlformats.org/officeDocument/2006/relationships/image" Target="../media/image13.png"/><Relationship Id="rId5" Type="http://schemas.openxmlformats.org/officeDocument/2006/relationships/image" Target="../media/image1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2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0.xml"/><Relationship Id="rId3" Type="http://schemas.openxmlformats.org/officeDocument/2006/relationships/image" Target="../media/image4.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2.xml"/><Relationship Id="rId3" Type="http://schemas.openxmlformats.org/officeDocument/2006/relationships/image" Target="../media/image27.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4.xml"/><Relationship Id="rId3" Type="http://schemas.openxmlformats.org/officeDocument/2006/relationships/image" Target="../media/image34.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5.xml"/><Relationship Id="rId3" Type="http://schemas.openxmlformats.org/officeDocument/2006/relationships/image" Target="../media/image35.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2.xml"/><Relationship Id="rId3" Type="http://schemas.openxmlformats.org/officeDocument/2006/relationships/image" Target="../media/image23.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4.xml"/><Relationship Id="rId3" Type="http://schemas.openxmlformats.org/officeDocument/2006/relationships/image" Target="../media/image25.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6.xml"/><Relationship Id="rId3" Type="http://schemas.openxmlformats.org/officeDocument/2006/relationships/image" Target="../media/image29.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8.xml"/><Relationship Id="rId3" Type="http://schemas.openxmlformats.org/officeDocument/2006/relationships/image" Target="../media/image20.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0.xml"/><Relationship Id="rId3" Type="http://schemas.openxmlformats.org/officeDocument/2006/relationships/image" Target="../media/image19.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1.xml"/><Relationship Id="rId3" Type="http://schemas.openxmlformats.org/officeDocument/2006/relationships/image" Target="../media/image17.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2.xml"/><Relationship Id="rId3" Type="http://schemas.openxmlformats.org/officeDocument/2006/relationships/image" Target="../media/image21.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 Id="rId3" Type="http://schemas.openxmlformats.org/officeDocument/2006/relationships/image" Target="../media/image32.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5.xml"/><Relationship Id="rId3" Type="http://schemas.openxmlformats.org/officeDocument/2006/relationships/image" Target="../media/image33.png"/><Relationship Id="rId4" Type="http://schemas.openxmlformats.org/officeDocument/2006/relationships/image" Target="../media/image37.png"/><Relationship Id="rId9" Type="http://schemas.openxmlformats.org/officeDocument/2006/relationships/image" Target="../media/image10.png"/><Relationship Id="rId5" Type="http://schemas.openxmlformats.org/officeDocument/2006/relationships/image" Target="../media/image30.png"/><Relationship Id="rId6" Type="http://schemas.openxmlformats.org/officeDocument/2006/relationships/image" Target="../media/image31.png"/><Relationship Id="rId7" Type="http://schemas.openxmlformats.org/officeDocument/2006/relationships/image" Target="../media/image9.png"/><Relationship Id="rId8" Type="http://schemas.openxmlformats.org/officeDocument/2006/relationships/image" Target="../media/image36.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73" name="Shape 73"/>
        <p:cNvGrpSpPr/>
        <p:nvPr/>
      </p:nvGrpSpPr>
      <p:grpSpPr>
        <a:xfrm>
          <a:off x="0" y="0"/>
          <a:ext cx="0" cy="0"/>
          <a:chOff x="0" y="0"/>
          <a:chExt cx="0" cy="0"/>
        </a:xfrm>
      </p:grpSpPr>
      <p:sp>
        <p:nvSpPr>
          <p:cNvPr id="74" name="Google Shape;74;p14"/>
          <p:cNvSpPr/>
          <p:nvPr/>
        </p:nvSpPr>
        <p:spPr>
          <a:xfrm>
            <a:off x="0" y="0"/>
            <a:ext cx="9144000" cy="5143500"/>
          </a:xfrm>
          <a:prstGeom prst="rect">
            <a:avLst/>
          </a:prstGeom>
          <a:solidFill>
            <a:schemeClr val="lt1"/>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2"/>
              </a:solidFill>
              <a:latin typeface="Arial"/>
              <a:ea typeface="Arial"/>
              <a:cs typeface="Arial"/>
              <a:sym typeface="Arial"/>
            </a:endParaRPr>
          </a:p>
        </p:txBody>
      </p:sp>
      <p:pic>
        <p:nvPicPr>
          <p:cNvPr descr="A logo on a blue background&#10;&#10;Description automatically generated" id="75" name="Google Shape;75;p14"/>
          <p:cNvPicPr preferRelativeResize="0"/>
          <p:nvPr/>
        </p:nvPicPr>
        <p:blipFill rotWithShape="1">
          <a:blip r:embed="rId3">
            <a:alphaModFix/>
          </a:blip>
          <a:srcRect b="0" l="0" r="2780" t="0"/>
          <a:stretch/>
        </p:blipFill>
        <p:spPr>
          <a:xfrm>
            <a:off x="3082595" y="8"/>
            <a:ext cx="6061405" cy="5143500"/>
          </a:xfrm>
          <a:custGeom>
            <a:rect b="b" l="l" r="r" t="t"/>
            <a:pathLst>
              <a:path extrusionOk="0" h="6858000" w="8081873">
                <a:moveTo>
                  <a:pt x="0" y="0"/>
                </a:moveTo>
                <a:lnTo>
                  <a:pt x="8081873" y="0"/>
                </a:lnTo>
                <a:lnTo>
                  <a:pt x="8081873" y="6858000"/>
                </a:lnTo>
                <a:lnTo>
                  <a:pt x="0" y="6858000"/>
                </a:lnTo>
                <a:lnTo>
                  <a:pt x="68897" y="6734633"/>
                </a:lnTo>
                <a:cubicBezTo>
                  <a:pt x="558802" y="5812845"/>
                  <a:pt x="848920" y="4668597"/>
                  <a:pt x="848920" y="3429000"/>
                </a:cubicBezTo>
                <a:cubicBezTo>
                  <a:pt x="848920" y="2189404"/>
                  <a:pt x="558802" y="1045156"/>
                  <a:pt x="68897" y="123368"/>
                </a:cubicBezTo>
                <a:close/>
              </a:path>
            </a:pathLst>
          </a:custGeom>
          <a:noFill/>
          <a:ln>
            <a:noFill/>
          </a:ln>
        </p:spPr>
      </p:pic>
      <p:sp>
        <p:nvSpPr>
          <p:cNvPr id="76" name="Google Shape;76;p14"/>
          <p:cNvSpPr/>
          <p:nvPr/>
        </p:nvSpPr>
        <p:spPr>
          <a:xfrm>
            <a:off x="0" y="0"/>
            <a:ext cx="3719285" cy="5143500"/>
          </a:xfrm>
          <a:custGeom>
            <a:rect b="b" l="l" r="r" t="t"/>
            <a:pathLst>
              <a:path extrusionOk="0" h="6858000" w="4959047">
                <a:moveTo>
                  <a:pt x="0" y="0"/>
                </a:moveTo>
                <a:lnTo>
                  <a:pt x="4110127" y="0"/>
                </a:lnTo>
                <a:lnTo>
                  <a:pt x="4179024" y="123368"/>
                </a:lnTo>
                <a:cubicBezTo>
                  <a:pt x="4668929" y="1045156"/>
                  <a:pt x="4959047" y="2189404"/>
                  <a:pt x="4959047" y="3429000"/>
                </a:cubicBezTo>
                <a:cubicBezTo>
                  <a:pt x="4959047" y="4668597"/>
                  <a:pt x="4668929" y="5812845"/>
                  <a:pt x="4179024" y="6734633"/>
                </a:cubicBezTo>
                <a:lnTo>
                  <a:pt x="4110127" y="6858000"/>
                </a:lnTo>
                <a:lnTo>
                  <a:pt x="0" y="6858000"/>
                </a:lnTo>
                <a:close/>
              </a:path>
            </a:pathLst>
          </a:custGeom>
          <a:solidFill>
            <a:schemeClr val="lt1"/>
          </a:solidFill>
          <a:ln cap="flat" cmpd="sng" w="9525">
            <a:solidFill>
              <a:srgbClr val="D9E5F8"/>
            </a:solidFill>
            <a:prstDash val="solid"/>
            <a:miter lim="800000"/>
            <a:headEnd len="sm" w="sm" type="none"/>
            <a:tailEnd len="sm" w="sm" type="none"/>
          </a:ln>
          <a:effectLst>
            <a:outerShdw blurRad="50800" rotWithShape="0" algn="l" dist="38100">
              <a:srgbClr val="D8D8D8">
                <a:alpha val="29020"/>
              </a:srgbClr>
            </a:outerShdw>
          </a:effectLst>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chemeClr val="lt1"/>
              </a:buClr>
              <a:buSzPts val="1400"/>
              <a:buFont typeface="Arial"/>
              <a:buNone/>
            </a:pPr>
            <a:r>
              <a:t/>
            </a:r>
            <a:endParaRPr b="0" i="0" sz="1400" u="none" cap="none" strike="noStrike">
              <a:solidFill>
                <a:schemeClr val="dk2"/>
              </a:solidFill>
              <a:latin typeface="Calibri"/>
              <a:ea typeface="Calibri"/>
              <a:cs typeface="Calibri"/>
              <a:sym typeface="Calibri"/>
            </a:endParaRPr>
          </a:p>
        </p:txBody>
      </p:sp>
      <p:sp>
        <p:nvSpPr>
          <p:cNvPr id="77" name="Google Shape;77;p14"/>
          <p:cNvSpPr/>
          <p:nvPr/>
        </p:nvSpPr>
        <p:spPr>
          <a:xfrm>
            <a:off x="0" y="0"/>
            <a:ext cx="3711665" cy="5143500"/>
          </a:xfrm>
          <a:custGeom>
            <a:rect b="b" l="l" r="r" t="t"/>
            <a:pathLst>
              <a:path extrusionOk="0" h="6858000" w="4948887">
                <a:moveTo>
                  <a:pt x="0" y="0"/>
                </a:moveTo>
                <a:lnTo>
                  <a:pt x="4099967" y="0"/>
                </a:lnTo>
                <a:lnTo>
                  <a:pt x="4168864" y="123368"/>
                </a:lnTo>
                <a:cubicBezTo>
                  <a:pt x="4658769" y="1045156"/>
                  <a:pt x="4948887" y="2189404"/>
                  <a:pt x="4948887" y="3429000"/>
                </a:cubicBezTo>
                <a:cubicBezTo>
                  <a:pt x="4948887" y="4668597"/>
                  <a:pt x="4658769" y="5812845"/>
                  <a:pt x="4168864" y="6734633"/>
                </a:cubicBezTo>
                <a:lnTo>
                  <a:pt x="4099967" y="6858000"/>
                </a:lnTo>
                <a:lnTo>
                  <a:pt x="0" y="6858000"/>
                </a:lnTo>
                <a:close/>
              </a:path>
            </a:pathLst>
          </a:custGeom>
          <a:solidFill>
            <a:schemeClr val="lt1"/>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chemeClr val="lt1"/>
              </a:buClr>
              <a:buSzPts val="1400"/>
              <a:buFont typeface="Arial"/>
              <a:buNone/>
            </a:pPr>
            <a:r>
              <a:t/>
            </a:r>
            <a:endParaRPr b="0" i="0" sz="1400" u="none" cap="none" strike="noStrike">
              <a:solidFill>
                <a:schemeClr val="dk2"/>
              </a:solidFill>
              <a:latin typeface="Calibri"/>
              <a:ea typeface="Calibri"/>
              <a:cs typeface="Calibri"/>
              <a:sym typeface="Calibri"/>
            </a:endParaRPr>
          </a:p>
        </p:txBody>
      </p:sp>
      <p:sp>
        <p:nvSpPr>
          <p:cNvPr id="78" name="Google Shape;78;p14"/>
          <p:cNvSpPr txBox="1"/>
          <p:nvPr>
            <p:ph type="ctrTitle"/>
          </p:nvPr>
        </p:nvSpPr>
        <p:spPr>
          <a:xfrm>
            <a:off x="285250" y="239900"/>
            <a:ext cx="3171600" cy="2727600"/>
          </a:xfrm>
          <a:prstGeom prst="rect">
            <a:avLst/>
          </a:prstGeom>
          <a:noFill/>
          <a:ln>
            <a:noFill/>
          </a:ln>
        </p:spPr>
        <p:txBody>
          <a:bodyPr anchorCtr="0" anchor="b" bIns="34275" lIns="68575" spcFirstLastPara="1" rIns="68575" wrap="square" tIns="34275">
            <a:normAutofit/>
          </a:bodyPr>
          <a:lstStyle/>
          <a:p>
            <a:pPr indent="0" lvl="0" marL="0" rtl="0" algn="l">
              <a:lnSpc>
                <a:spcPct val="90000"/>
              </a:lnSpc>
              <a:spcBef>
                <a:spcPts val="0"/>
              </a:spcBef>
              <a:spcAft>
                <a:spcPts val="0"/>
              </a:spcAft>
              <a:buSzPts val="4680"/>
              <a:buNone/>
            </a:pPr>
            <a:r>
              <a:rPr b="1" lang="en" sz="3790">
                <a:solidFill>
                  <a:schemeClr val="dk2"/>
                </a:solidFill>
                <a:latin typeface="Roboto"/>
                <a:ea typeface="Roboto"/>
                <a:cs typeface="Roboto"/>
                <a:sym typeface="Roboto"/>
              </a:rPr>
              <a:t>Introduction to Web Development</a:t>
            </a:r>
            <a:endParaRPr sz="2620">
              <a:solidFill>
                <a:schemeClr val="dk2"/>
              </a:solidFill>
              <a:latin typeface="Roboto"/>
              <a:ea typeface="Roboto"/>
              <a:cs typeface="Roboto"/>
              <a:sym typeface="Roboto"/>
            </a:endParaRPr>
          </a:p>
        </p:txBody>
      </p:sp>
      <p:sp>
        <p:nvSpPr>
          <p:cNvPr id="79" name="Google Shape;79;p14"/>
          <p:cNvSpPr/>
          <p:nvPr/>
        </p:nvSpPr>
        <p:spPr>
          <a:xfrm rot="5400000">
            <a:off x="569938" y="260162"/>
            <a:ext cx="109800" cy="528000"/>
          </a:xfrm>
          <a:prstGeom prst="rect">
            <a:avLst/>
          </a:prstGeom>
          <a:solidFill>
            <a:srgbClr val="000000"/>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chemeClr val="lt1"/>
              </a:buClr>
              <a:buSzPts val="1400"/>
              <a:buFont typeface="Arial"/>
              <a:buNone/>
            </a:pPr>
            <a:r>
              <a:t/>
            </a:r>
            <a:endParaRPr b="0" i="0" sz="1400" u="none" cap="none" strike="noStrike">
              <a:solidFill>
                <a:schemeClr val="dk2"/>
              </a:solidFill>
              <a:latin typeface="Calibri"/>
              <a:ea typeface="Calibri"/>
              <a:cs typeface="Calibri"/>
              <a:sym typeface="Calibri"/>
            </a:endParaRPr>
          </a:p>
        </p:txBody>
      </p:sp>
      <p:sp>
        <p:nvSpPr>
          <p:cNvPr id="80" name="Google Shape;80;p14"/>
          <p:cNvSpPr/>
          <p:nvPr/>
        </p:nvSpPr>
        <p:spPr>
          <a:xfrm>
            <a:off x="360772" y="3410190"/>
            <a:ext cx="3017400" cy="13800"/>
          </a:xfrm>
          <a:prstGeom prst="rect">
            <a:avLst/>
          </a:prstGeom>
          <a:solidFill>
            <a:srgbClr val="D5D5D5"/>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chemeClr val="lt1"/>
              </a:buClr>
              <a:buSzPts val="1400"/>
              <a:buFont typeface="Arial"/>
              <a:buNone/>
            </a:pPr>
            <a:r>
              <a:t/>
            </a:r>
            <a:endParaRPr b="0" i="0" sz="1400" u="none" cap="none" strike="noStrike">
              <a:solidFill>
                <a:srgbClr val="FFFFFF"/>
              </a:solidFill>
              <a:latin typeface="Calibri"/>
              <a:ea typeface="Calibri"/>
              <a:cs typeface="Calibri"/>
              <a:sym typeface="Calibri"/>
            </a:endParaRPr>
          </a:p>
        </p:txBody>
      </p:sp>
      <p:sp>
        <p:nvSpPr>
          <p:cNvPr id="81" name="Google Shape;81;p14"/>
          <p:cNvSpPr txBox="1"/>
          <p:nvPr/>
        </p:nvSpPr>
        <p:spPr>
          <a:xfrm>
            <a:off x="740500" y="4692925"/>
            <a:ext cx="2342100" cy="367200"/>
          </a:xfrm>
          <a:prstGeom prst="rect">
            <a:avLst/>
          </a:prstGeom>
          <a:noFill/>
          <a:ln>
            <a:noFill/>
          </a:ln>
        </p:spPr>
        <p:txBody>
          <a:bodyPr anchorCtr="0" anchor="t" bIns="34275" lIns="68575" spcFirstLastPara="1" rIns="68575" wrap="square" tIns="34275">
            <a:normAutofit/>
          </a:bodyPr>
          <a:lstStyle/>
          <a:p>
            <a:pPr indent="0" lvl="0" marL="0" marR="0" rtl="0" algn="l">
              <a:lnSpc>
                <a:spcPct val="9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linktr.ee/CODE.CRUNCH</a:t>
            </a:r>
            <a:endParaRPr b="0" i="0" sz="1500" u="none" cap="none" strike="noStrike">
              <a:solidFill>
                <a:srgbClr val="000000"/>
              </a:solidFill>
              <a:latin typeface="Arial"/>
              <a:ea typeface="Arial"/>
              <a:cs typeface="Arial"/>
              <a:sym typeface="Arial"/>
            </a:endParaRPr>
          </a:p>
        </p:txBody>
      </p:sp>
      <p:sp>
        <p:nvSpPr>
          <p:cNvPr id="82" name="Google Shape;82;p14"/>
          <p:cNvSpPr txBox="1"/>
          <p:nvPr/>
        </p:nvSpPr>
        <p:spPr>
          <a:xfrm>
            <a:off x="285250" y="3866650"/>
            <a:ext cx="1553100" cy="493500"/>
          </a:xfrm>
          <a:prstGeom prst="rect">
            <a:avLst/>
          </a:prstGeom>
          <a:noFill/>
          <a:ln>
            <a:noFill/>
          </a:ln>
        </p:spPr>
        <p:txBody>
          <a:bodyPr anchorCtr="0" anchor="t" bIns="34275" lIns="68575" spcFirstLastPara="1" rIns="68575" wrap="square" tIns="34275">
            <a:normAutofit fontScale="32500" lnSpcReduction="10000"/>
          </a:bodyPr>
          <a:lstStyle/>
          <a:p>
            <a:pPr indent="0" lvl="0" marL="0" marR="0" rtl="0" algn="l">
              <a:lnSpc>
                <a:spcPct val="100000"/>
              </a:lnSpc>
              <a:spcBef>
                <a:spcPts val="0"/>
              </a:spcBef>
              <a:spcAft>
                <a:spcPts val="0"/>
              </a:spcAft>
              <a:buClr>
                <a:srgbClr val="000000"/>
              </a:buClr>
              <a:buSzPct val="100000"/>
              <a:buFont typeface="Arial"/>
              <a:buNone/>
            </a:pPr>
            <a:r>
              <a:rPr b="1" i="0" lang="en" sz="6000" u="none" cap="none" strike="noStrike">
                <a:latin typeface="Arial"/>
                <a:ea typeface="Arial"/>
                <a:cs typeface="Arial"/>
                <a:sym typeface="Arial"/>
              </a:rPr>
              <a:t>Attendance</a:t>
            </a:r>
            <a:r>
              <a:rPr b="1" i="0" lang="en" sz="3800" u="none" cap="none" strike="noStrike">
                <a:latin typeface="Arial"/>
                <a:ea typeface="Arial"/>
                <a:cs typeface="Arial"/>
                <a:sym typeface="Arial"/>
              </a:rPr>
              <a:t> </a:t>
            </a:r>
            <a:endParaRPr b="1" i="0" sz="3800" u="none" cap="none" strike="noStrike">
              <a:latin typeface="Arial"/>
              <a:ea typeface="Arial"/>
              <a:cs typeface="Arial"/>
              <a:sym typeface="Arial"/>
            </a:endParaRPr>
          </a:p>
          <a:p>
            <a:pPr indent="0" lvl="0" marL="0" marR="0" rtl="0" algn="l">
              <a:lnSpc>
                <a:spcPct val="100000"/>
              </a:lnSpc>
              <a:spcBef>
                <a:spcPts val="0"/>
              </a:spcBef>
              <a:spcAft>
                <a:spcPts val="0"/>
              </a:spcAft>
              <a:buClr>
                <a:srgbClr val="000000"/>
              </a:buClr>
              <a:buSzPct val="100000"/>
              <a:buFont typeface="Arial"/>
              <a:buNone/>
            </a:pPr>
            <a:r>
              <a:t/>
            </a:r>
            <a:endParaRPr b="1" i="0" sz="2100" u="none" cap="none" strike="noStrike">
              <a:latin typeface="Arial"/>
              <a:ea typeface="Arial"/>
              <a:cs typeface="Arial"/>
              <a:sym typeface="Arial"/>
            </a:endParaRPr>
          </a:p>
          <a:p>
            <a:pPr indent="0" lvl="0" marL="0" marR="0" rtl="0" algn="l">
              <a:lnSpc>
                <a:spcPct val="90000"/>
              </a:lnSpc>
              <a:spcBef>
                <a:spcPts val="0"/>
              </a:spcBef>
              <a:spcAft>
                <a:spcPts val="0"/>
              </a:spcAft>
              <a:buClr>
                <a:srgbClr val="000000"/>
              </a:buClr>
              <a:buSzPct val="100000"/>
              <a:buFont typeface="Arial"/>
              <a:buNone/>
            </a:pPr>
            <a:r>
              <a:t/>
            </a:r>
            <a:endParaRPr b="0" i="0" sz="1500" u="none" cap="none" strike="noStrike">
              <a:latin typeface="Arial"/>
              <a:ea typeface="Arial"/>
              <a:cs typeface="Arial"/>
              <a:sym typeface="Arial"/>
            </a:endParaRPr>
          </a:p>
        </p:txBody>
      </p:sp>
      <p:pic>
        <p:nvPicPr>
          <p:cNvPr id="83" name="Google Shape;83;p14"/>
          <p:cNvPicPr preferRelativeResize="0"/>
          <p:nvPr/>
        </p:nvPicPr>
        <p:blipFill rotWithShape="1">
          <a:blip r:embed="rId4">
            <a:alphaModFix/>
          </a:blip>
          <a:srcRect b="0" l="0" r="0" t="0"/>
          <a:stretch/>
        </p:blipFill>
        <p:spPr>
          <a:xfrm>
            <a:off x="360850" y="4612025"/>
            <a:ext cx="367200" cy="367200"/>
          </a:xfrm>
          <a:prstGeom prst="rect">
            <a:avLst/>
          </a:prstGeom>
          <a:solidFill>
            <a:schemeClr val="lt1"/>
          </a:solidFill>
          <a:ln>
            <a:noFill/>
          </a:ln>
        </p:spPr>
      </p:pic>
      <p:pic>
        <p:nvPicPr>
          <p:cNvPr id="84" name="Google Shape;84;p14"/>
          <p:cNvPicPr preferRelativeResize="0"/>
          <p:nvPr/>
        </p:nvPicPr>
        <p:blipFill rotWithShape="1">
          <a:blip r:embed="rId5">
            <a:alphaModFix/>
          </a:blip>
          <a:srcRect b="0" l="0" r="0" t="0"/>
          <a:stretch/>
        </p:blipFill>
        <p:spPr>
          <a:xfrm>
            <a:off x="2037999" y="3515925"/>
            <a:ext cx="1096474" cy="1085075"/>
          </a:xfrm>
          <a:prstGeom prst="rect">
            <a:avLst/>
          </a:prstGeom>
          <a:noFill/>
          <a:ln>
            <a:noFill/>
          </a:ln>
        </p:spPr>
      </p:pic>
      <p:sp>
        <p:nvSpPr>
          <p:cNvPr id="85" name="Google Shape;85;p14"/>
          <p:cNvSpPr/>
          <p:nvPr/>
        </p:nvSpPr>
        <p:spPr>
          <a:xfrm>
            <a:off x="3719275" y="0"/>
            <a:ext cx="5424900" cy="5143500"/>
          </a:xfrm>
          <a:prstGeom prst="rect">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 name="Google Shape;86;p14"/>
          <p:cNvSpPr/>
          <p:nvPr/>
        </p:nvSpPr>
        <p:spPr>
          <a:xfrm rot="10800000">
            <a:off x="2979225" y="0"/>
            <a:ext cx="2509950" cy="5143500"/>
          </a:xfrm>
          <a:prstGeom prst="flowChartOnlineStorage">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87" name="Google Shape;87;p14"/>
          <p:cNvPicPr preferRelativeResize="0"/>
          <p:nvPr/>
        </p:nvPicPr>
        <p:blipFill rotWithShape="1">
          <a:blip r:embed="rId6">
            <a:alphaModFix/>
          </a:blip>
          <a:srcRect b="0" l="0" r="0" t="0"/>
          <a:stretch/>
        </p:blipFill>
        <p:spPr>
          <a:xfrm>
            <a:off x="3614700" y="0"/>
            <a:ext cx="5143500" cy="5143500"/>
          </a:xfrm>
          <a:prstGeom prst="rect">
            <a:avLst/>
          </a:prstGeom>
          <a:noFill/>
          <a:ln>
            <a:noFill/>
          </a:ln>
        </p:spPr>
      </p:pic>
      <p:sp>
        <p:nvSpPr>
          <p:cNvPr id="88" name="Google Shape;88;p14"/>
          <p:cNvSpPr txBox="1"/>
          <p:nvPr/>
        </p:nvSpPr>
        <p:spPr>
          <a:xfrm>
            <a:off x="1990300" y="-109500"/>
            <a:ext cx="47196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800">
              <a:solidFill>
                <a:schemeClr val="dk2"/>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1000"/>
                                  </p:stCondLst>
                                  <p:childTnLst>
                                    <p:set>
                                      <p:cBhvr>
                                        <p:cTn dur="1" fill="hold">
                                          <p:stCondLst>
                                            <p:cond delay="0"/>
                                          </p:stCondLst>
                                        </p:cTn>
                                        <p:tgtEl>
                                          <p:spTgt spid="78"/>
                                        </p:tgtEl>
                                        <p:attrNameLst>
                                          <p:attrName>style.visibility</p:attrName>
                                        </p:attrNameLst>
                                      </p:cBhvr>
                                      <p:to>
                                        <p:strVal val="visible"/>
                                      </p:to>
                                    </p:set>
                                    <p:animEffect filter="fade" transition="in">
                                      <p:cBhvr>
                                        <p:cTn dur="400"/>
                                        <p:tgtEl>
                                          <p:spTgt spid="7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15"/>
          <p:cNvSpPr txBox="1"/>
          <p:nvPr>
            <p:ph type="ctrTitle"/>
          </p:nvPr>
        </p:nvSpPr>
        <p:spPr>
          <a:xfrm>
            <a:off x="390525" y="1819275"/>
            <a:ext cx="8222100" cy="9336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Week #9</a:t>
            </a:r>
            <a:endParaRPr/>
          </a:p>
        </p:txBody>
      </p:sp>
      <p:sp>
        <p:nvSpPr>
          <p:cNvPr id="94" name="Google Shape;94;p15"/>
          <p:cNvSpPr txBox="1"/>
          <p:nvPr>
            <p:ph idx="1" type="subTitle"/>
          </p:nvPr>
        </p:nvSpPr>
        <p:spPr>
          <a:xfrm>
            <a:off x="390525" y="2789130"/>
            <a:ext cx="8222100" cy="432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Mastering CSS Grid and Combining it with Flexbox for Complex Layouts</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16"/>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 Introduction to the Week’s Topic</a:t>
            </a:r>
            <a:endParaRPr/>
          </a:p>
        </p:txBody>
      </p:sp>
      <p:sp>
        <p:nvSpPr>
          <p:cNvPr id="100" name="Google Shape;100;p16"/>
          <p:cNvSpPr txBox="1"/>
          <p:nvPr>
            <p:ph idx="1" type="body"/>
          </p:nvPr>
        </p:nvSpPr>
        <p:spPr>
          <a:xfrm>
            <a:off x="471900" y="1919075"/>
            <a:ext cx="8222100" cy="2710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700"/>
              <a:t>Overview</a:t>
            </a:r>
            <a:r>
              <a:rPr lang="en" sz="1700"/>
              <a:t>: This week focuses on </a:t>
            </a:r>
            <a:r>
              <a:rPr b="1" lang="en" sz="1700"/>
              <a:t>advanced CSS layout techniques</a:t>
            </a:r>
            <a:r>
              <a:rPr lang="en" sz="1700"/>
              <a:t>, specifically </a:t>
            </a:r>
            <a:r>
              <a:rPr b="1" lang="en" sz="1700"/>
              <a:t>CSS Grid</a:t>
            </a:r>
            <a:r>
              <a:rPr lang="en" sz="1700"/>
              <a:t> and </a:t>
            </a:r>
            <a:r>
              <a:rPr b="1" lang="en" sz="1700"/>
              <a:t>how to combine it with Flexbox</a:t>
            </a:r>
            <a:r>
              <a:rPr lang="en" sz="1700"/>
              <a:t> for complex, responsive layouts.</a:t>
            </a:r>
            <a:endParaRPr sz="1700"/>
          </a:p>
          <a:p>
            <a:pPr indent="0" lvl="0" marL="0" rtl="0" algn="l">
              <a:spcBef>
                <a:spcPts val="1200"/>
              </a:spcBef>
              <a:spcAft>
                <a:spcPts val="0"/>
              </a:spcAft>
              <a:buNone/>
            </a:pPr>
            <a:r>
              <a:rPr b="1" lang="en" sz="1700"/>
              <a:t>Real-World Relevance</a:t>
            </a:r>
            <a:r>
              <a:rPr lang="en" sz="1700"/>
              <a:t>:</a:t>
            </a:r>
            <a:endParaRPr sz="1700"/>
          </a:p>
          <a:p>
            <a:pPr indent="-336550" lvl="0" marL="457200" rtl="0" algn="l">
              <a:spcBef>
                <a:spcPts val="1200"/>
              </a:spcBef>
              <a:spcAft>
                <a:spcPts val="0"/>
              </a:spcAft>
              <a:buSzPts val="1700"/>
              <a:buChar char="●"/>
            </a:pPr>
            <a:r>
              <a:rPr lang="en" sz="1700"/>
              <a:t>Building </a:t>
            </a:r>
            <a:r>
              <a:rPr b="1" lang="en" sz="1700"/>
              <a:t>modern, flexible websites</a:t>
            </a:r>
            <a:r>
              <a:rPr lang="en" sz="1700"/>
              <a:t> requires mastering advanced layout techniques.</a:t>
            </a:r>
            <a:endParaRPr sz="1700"/>
          </a:p>
          <a:p>
            <a:pPr indent="-336550" lvl="0" marL="457200" rtl="0" algn="l">
              <a:spcBef>
                <a:spcPts val="0"/>
              </a:spcBef>
              <a:spcAft>
                <a:spcPts val="0"/>
              </a:spcAft>
              <a:buSzPts val="1700"/>
              <a:buChar char="●"/>
            </a:pPr>
            <a:r>
              <a:rPr b="1" lang="en" sz="1700"/>
              <a:t>CSS Grid</a:t>
            </a:r>
            <a:r>
              <a:rPr lang="en" sz="1700"/>
              <a:t> is becoming a standard for creating two-dimensional layouts, while </a:t>
            </a:r>
            <a:r>
              <a:rPr b="1" lang="en" sz="1700"/>
              <a:t>Flexbox</a:t>
            </a:r>
            <a:r>
              <a:rPr lang="en" sz="1700"/>
              <a:t> works best for one-dimensional layouts.</a:t>
            </a:r>
            <a:endParaRPr sz="1700"/>
          </a:p>
          <a:p>
            <a:pPr indent="-336550" lvl="0" marL="457200" rtl="0" algn="l">
              <a:spcBef>
                <a:spcPts val="0"/>
              </a:spcBef>
              <a:spcAft>
                <a:spcPts val="0"/>
              </a:spcAft>
              <a:buSzPts val="1700"/>
              <a:buChar char="●"/>
            </a:pPr>
            <a:r>
              <a:rPr lang="en" sz="1700"/>
              <a:t>Combining both creates powerful, responsive layouts that adapt to any screen size.</a:t>
            </a:r>
            <a:endParaRPr sz="1700"/>
          </a:p>
          <a:p>
            <a:pPr indent="0" lvl="0" marL="0" rtl="0" algn="l">
              <a:spcBef>
                <a:spcPts val="1200"/>
              </a:spcBef>
              <a:spcAft>
                <a:spcPts val="1200"/>
              </a:spcAft>
              <a:buNone/>
            </a:pPr>
            <a:r>
              <a:t/>
            </a:r>
            <a:endParaRPr sz="21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p17"/>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Key Concepts for Today’s Lecture</a:t>
            </a:r>
            <a:endParaRPr/>
          </a:p>
        </p:txBody>
      </p:sp>
      <p:sp>
        <p:nvSpPr>
          <p:cNvPr id="106" name="Google Shape;106;p17"/>
          <p:cNvSpPr txBox="1"/>
          <p:nvPr>
            <p:ph idx="1" type="body"/>
          </p:nvPr>
        </p:nvSpPr>
        <p:spPr>
          <a:xfrm>
            <a:off x="471900" y="1919075"/>
            <a:ext cx="8222100" cy="2710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2100"/>
              <a:t>Concepts Covered</a:t>
            </a:r>
            <a:r>
              <a:rPr lang="en" sz="2100"/>
              <a:t>:</a:t>
            </a:r>
            <a:endParaRPr sz="2100"/>
          </a:p>
          <a:p>
            <a:pPr indent="-361950" lvl="0" marL="457200" rtl="0" algn="l">
              <a:spcBef>
                <a:spcPts val="1200"/>
              </a:spcBef>
              <a:spcAft>
                <a:spcPts val="0"/>
              </a:spcAft>
              <a:buSzPts val="2100"/>
              <a:buAutoNum type="arabicPeriod"/>
            </a:pPr>
            <a:r>
              <a:rPr b="1" lang="en" sz="2100"/>
              <a:t>CSS Grid</a:t>
            </a:r>
            <a:r>
              <a:rPr lang="en" sz="2100"/>
              <a:t>: The core concepts of the CSS Grid layout model.</a:t>
            </a:r>
            <a:endParaRPr sz="2100"/>
          </a:p>
          <a:p>
            <a:pPr indent="-361950" lvl="0" marL="457200" rtl="0" algn="l">
              <a:spcBef>
                <a:spcPts val="0"/>
              </a:spcBef>
              <a:spcAft>
                <a:spcPts val="0"/>
              </a:spcAft>
              <a:buSzPts val="2100"/>
              <a:buAutoNum type="arabicPeriod"/>
            </a:pPr>
            <a:r>
              <a:rPr b="1" lang="en" sz="2100"/>
              <a:t>Combining Flexbox and Grid</a:t>
            </a:r>
            <a:r>
              <a:rPr lang="en" sz="2100"/>
              <a:t>: How to use both layout systems together for complex designs.</a:t>
            </a:r>
            <a:endParaRPr sz="2100"/>
          </a:p>
          <a:p>
            <a:pPr indent="-361950" lvl="0" marL="457200" rtl="0" algn="l">
              <a:spcBef>
                <a:spcPts val="0"/>
              </a:spcBef>
              <a:spcAft>
                <a:spcPts val="0"/>
              </a:spcAft>
              <a:buSzPts val="2100"/>
              <a:buAutoNum type="arabicPeriod"/>
            </a:pPr>
            <a:r>
              <a:rPr b="1" lang="en" sz="2100"/>
              <a:t>Practical Examples</a:t>
            </a:r>
            <a:r>
              <a:rPr lang="en" sz="2100"/>
              <a:t>: Demonstrating how CSS Grid can be applied to various real-world scenarios.</a:t>
            </a:r>
            <a:endParaRPr sz="2100"/>
          </a:p>
          <a:p>
            <a:pPr indent="0" lvl="0" marL="0" rtl="0" algn="l">
              <a:spcBef>
                <a:spcPts val="1200"/>
              </a:spcBef>
              <a:spcAft>
                <a:spcPts val="1200"/>
              </a:spcAft>
              <a:buNone/>
            </a:pPr>
            <a:r>
              <a:t/>
            </a:r>
            <a:endParaRPr sz="25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18"/>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Introduction to CSS Grid</a:t>
            </a:r>
            <a:endParaRPr/>
          </a:p>
        </p:txBody>
      </p:sp>
      <p:sp>
        <p:nvSpPr>
          <p:cNvPr id="112" name="Google Shape;112;p18"/>
          <p:cNvSpPr txBox="1"/>
          <p:nvPr>
            <p:ph idx="1" type="body"/>
          </p:nvPr>
        </p:nvSpPr>
        <p:spPr>
          <a:xfrm>
            <a:off x="471900" y="1919075"/>
            <a:ext cx="8222100" cy="2710200"/>
          </a:xfrm>
          <a:prstGeom prst="rect">
            <a:avLst/>
          </a:prstGeom>
        </p:spPr>
        <p:txBody>
          <a:bodyPr anchorCtr="0" anchor="t" bIns="91425" lIns="91425" spcFirstLastPara="1" rIns="91425" wrap="square" tIns="91425">
            <a:noAutofit/>
          </a:bodyPr>
          <a:lstStyle/>
          <a:p>
            <a:pPr indent="0" lvl="0" marL="0" rtl="0" algn="l">
              <a:spcBef>
                <a:spcPts val="1200"/>
              </a:spcBef>
              <a:spcAft>
                <a:spcPts val="0"/>
              </a:spcAft>
              <a:buNone/>
            </a:pPr>
            <a:r>
              <a:rPr b="1" lang="en" sz="1600"/>
              <a:t>What is CSS Grid?</a:t>
            </a:r>
            <a:endParaRPr b="1" sz="1600"/>
          </a:p>
          <a:p>
            <a:pPr indent="-330200" lvl="0" marL="457200" rtl="0" algn="l">
              <a:spcBef>
                <a:spcPts val="1200"/>
              </a:spcBef>
              <a:spcAft>
                <a:spcPts val="0"/>
              </a:spcAft>
              <a:buSzPts val="1600"/>
              <a:buChar char="●"/>
            </a:pPr>
            <a:r>
              <a:rPr lang="en" sz="1600"/>
              <a:t>CSS Grid is a </a:t>
            </a:r>
            <a:r>
              <a:rPr b="1" lang="en" sz="1600"/>
              <a:t>two-dimensional layout system</a:t>
            </a:r>
            <a:r>
              <a:rPr lang="en" sz="1600"/>
              <a:t> that allows you to design both </a:t>
            </a:r>
            <a:r>
              <a:rPr b="1" lang="en" sz="1600"/>
              <a:t>rows</a:t>
            </a:r>
            <a:r>
              <a:rPr lang="en" sz="1600"/>
              <a:t> and </a:t>
            </a:r>
            <a:r>
              <a:rPr b="1" lang="en" sz="1600"/>
              <a:t>columns</a:t>
            </a:r>
            <a:r>
              <a:rPr lang="en" sz="1600"/>
              <a:t> simultaneously, making it ideal for building complex, responsive grid-based layouts.</a:t>
            </a:r>
            <a:endParaRPr sz="1600"/>
          </a:p>
          <a:p>
            <a:pPr indent="0" lvl="0" marL="0" rtl="0" algn="l">
              <a:spcBef>
                <a:spcPts val="1200"/>
              </a:spcBef>
              <a:spcAft>
                <a:spcPts val="0"/>
              </a:spcAft>
              <a:buNone/>
            </a:pPr>
            <a:r>
              <a:rPr b="1" lang="en" sz="1600"/>
              <a:t>hy Use CSS Grid?</a:t>
            </a:r>
            <a:endParaRPr b="1" sz="1600"/>
          </a:p>
          <a:p>
            <a:pPr indent="-330200" lvl="0" marL="457200" rtl="0" algn="l">
              <a:spcBef>
                <a:spcPts val="1200"/>
              </a:spcBef>
              <a:spcAft>
                <a:spcPts val="0"/>
              </a:spcAft>
              <a:buSzPts val="1600"/>
              <a:buChar char="●"/>
            </a:pPr>
            <a:r>
              <a:rPr b="1" lang="en" sz="1600"/>
              <a:t>Easy alignment</a:t>
            </a:r>
            <a:r>
              <a:rPr lang="en" sz="1600"/>
              <a:t>: Align content both horizontally and vertically with just a few properties.</a:t>
            </a:r>
            <a:endParaRPr sz="1600"/>
          </a:p>
          <a:p>
            <a:pPr indent="-330200" lvl="0" marL="457200" rtl="0" algn="l">
              <a:spcBef>
                <a:spcPts val="0"/>
              </a:spcBef>
              <a:spcAft>
                <a:spcPts val="0"/>
              </a:spcAft>
              <a:buSzPts val="1600"/>
              <a:buChar char="●"/>
            </a:pPr>
            <a:r>
              <a:rPr b="1" lang="en" sz="1600"/>
              <a:t>Precise control</a:t>
            </a:r>
            <a:r>
              <a:rPr lang="en" sz="1600"/>
              <a:t>: Manage the size, spacing, and placement of grid items across both axes.</a:t>
            </a:r>
            <a:endParaRPr sz="1600"/>
          </a:p>
          <a:p>
            <a:pPr indent="0" lvl="0" marL="0" rtl="0" algn="l">
              <a:spcBef>
                <a:spcPts val="1200"/>
              </a:spcBef>
              <a:spcAft>
                <a:spcPts val="1200"/>
              </a:spcAft>
              <a:buNone/>
            </a:pPr>
            <a:r>
              <a:t/>
            </a:r>
            <a:endParaRPr sz="20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pic>
        <p:nvPicPr>
          <p:cNvPr id="117" name="Google Shape;117;p19"/>
          <p:cNvPicPr preferRelativeResize="0"/>
          <p:nvPr/>
        </p:nvPicPr>
        <p:blipFill>
          <a:blip r:embed="rId3">
            <a:alphaModFix/>
          </a:blip>
          <a:stretch>
            <a:fillRect/>
          </a:stretch>
        </p:blipFill>
        <p:spPr>
          <a:xfrm>
            <a:off x="645050" y="351250"/>
            <a:ext cx="6274950" cy="44410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20"/>
          <p:cNvSpPr txBox="1"/>
          <p:nvPr>
            <p:ph idx="1" type="body"/>
          </p:nvPr>
        </p:nvSpPr>
        <p:spPr>
          <a:xfrm>
            <a:off x="57150" y="4696825"/>
            <a:ext cx="9018300" cy="446700"/>
          </a:xfrm>
          <a:prstGeom prst="rect">
            <a:avLst/>
          </a:prstGeom>
        </p:spPr>
        <p:txBody>
          <a:bodyPr anchorCtr="0" anchor="ctr" bIns="91425" lIns="91425" spcFirstLastPara="1" rIns="91425" wrap="square" tIns="91425">
            <a:noAutofit/>
          </a:bodyPr>
          <a:lstStyle/>
          <a:p>
            <a:pPr indent="0" lvl="0" marL="0" rtl="0" algn="l">
              <a:lnSpc>
                <a:spcPct val="95000"/>
              </a:lnSpc>
              <a:spcBef>
                <a:spcPts val="1200"/>
              </a:spcBef>
              <a:spcAft>
                <a:spcPts val="1200"/>
              </a:spcAft>
              <a:buSzPts val="852"/>
              <a:buNone/>
            </a:pPr>
            <a:r>
              <a:rPr lang="en" sz="1252"/>
              <a:t>The code </a:t>
            </a:r>
            <a:r>
              <a:rPr lang="en" sz="1252">
                <a:solidFill>
                  <a:srgbClr val="00FF00"/>
                </a:solidFill>
                <a:latin typeface="Roboto Mono"/>
                <a:ea typeface="Roboto Mono"/>
                <a:cs typeface="Roboto Mono"/>
                <a:sym typeface="Roboto Mono"/>
              </a:rPr>
              <a:t>grid-template-columns: repeat(2, 60px 1fr);</a:t>
            </a:r>
            <a:r>
              <a:rPr lang="en" sz="1252"/>
              <a:t> makes a grid with 4 columns. The first column is 60px wide, the second takes up extra space. Then, it repeats that pattern. So, you get 60px, more space, 60px, and more space.</a:t>
            </a:r>
            <a:endParaRPr sz="1330"/>
          </a:p>
        </p:txBody>
      </p:sp>
      <p:pic>
        <p:nvPicPr>
          <p:cNvPr id="123" name="Google Shape;123;p20"/>
          <p:cNvPicPr preferRelativeResize="0"/>
          <p:nvPr/>
        </p:nvPicPr>
        <p:blipFill>
          <a:blip r:embed="rId3">
            <a:alphaModFix/>
          </a:blip>
          <a:stretch>
            <a:fillRect/>
          </a:stretch>
        </p:blipFill>
        <p:spPr>
          <a:xfrm>
            <a:off x="1431600" y="115275"/>
            <a:ext cx="6034711" cy="4392024"/>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21"/>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Meaning of ‘fr’</a:t>
            </a:r>
            <a:endParaRPr/>
          </a:p>
        </p:txBody>
      </p:sp>
      <p:sp>
        <p:nvSpPr>
          <p:cNvPr id="129" name="Google Shape;129;p21"/>
          <p:cNvSpPr txBox="1"/>
          <p:nvPr>
            <p:ph idx="1" type="body"/>
          </p:nvPr>
        </p:nvSpPr>
        <p:spPr>
          <a:xfrm>
            <a:off x="209925" y="1686975"/>
            <a:ext cx="8728200" cy="2942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100"/>
              <a:t>In CSS Grid's grid-template-columns, the </a:t>
            </a:r>
            <a:r>
              <a:rPr lang="en" sz="2100">
                <a:solidFill>
                  <a:srgbClr val="6AA84F"/>
                </a:solidFill>
              </a:rPr>
              <a:t>fr </a:t>
            </a:r>
            <a:r>
              <a:rPr lang="en" sz="2100"/>
              <a:t>unit signifies a </a:t>
            </a:r>
            <a:r>
              <a:rPr lang="en" sz="2100">
                <a:solidFill>
                  <a:srgbClr val="6AA84F"/>
                </a:solidFill>
              </a:rPr>
              <a:t>"fraction"</a:t>
            </a:r>
            <a:r>
              <a:rPr lang="en" sz="2100"/>
              <a:t> of the available space within the grid container, allowing for flexible and responsive layouts where columns can dynamically adjust to the available space. </a:t>
            </a:r>
            <a:endParaRPr sz="2100"/>
          </a:p>
          <a:p>
            <a:pPr indent="0" lvl="0" marL="0" rtl="0" algn="l">
              <a:spcBef>
                <a:spcPts val="1200"/>
              </a:spcBef>
              <a:spcAft>
                <a:spcPts val="0"/>
              </a:spcAft>
              <a:buNone/>
            </a:pPr>
            <a:r>
              <a:rPr lang="en" sz="2100">
                <a:solidFill>
                  <a:srgbClr val="85200C"/>
                </a:solidFill>
              </a:rPr>
              <a:t>grid-template-columns: 1fr 1fr 1fr; divides the available space into three equal columns. </a:t>
            </a:r>
            <a:endParaRPr sz="2100">
              <a:solidFill>
                <a:srgbClr val="85200C"/>
              </a:solidFill>
            </a:endParaRPr>
          </a:p>
          <a:p>
            <a:pPr indent="0" lvl="0" marL="0" rtl="0" algn="l">
              <a:spcBef>
                <a:spcPts val="1200"/>
              </a:spcBef>
              <a:spcAft>
                <a:spcPts val="0"/>
              </a:spcAft>
              <a:buNone/>
            </a:pPr>
            <a:r>
              <a:rPr lang="en" sz="2100">
                <a:solidFill>
                  <a:srgbClr val="85200C"/>
                </a:solidFill>
              </a:rPr>
              <a:t>grid-template-columns: 1fr 2fr; allocates one fraction of the space to the first column and two fractions to the second column.</a:t>
            </a:r>
            <a:endParaRPr sz="2100">
              <a:solidFill>
                <a:srgbClr val="85200C"/>
              </a:solidFill>
            </a:endParaRPr>
          </a:p>
          <a:p>
            <a:pPr indent="0" lvl="0" marL="0" rtl="0" algn="l">
              <a:spcBef>
                <a:spcPts val="1200"/>
              </a:spcBef>
              <a:spcAft>
                <a:spcPts val="1200"/>
              </a:spcAft>
              <a:buNone/>
            </a:pPr>
            <a:r>
              <a:t/>
            </a:r>
            <a:endParaRPr sz="210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22"/>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Core CSS Grid Concepts</a:t>
            </a:r>
            <a:endParaRPr/>
          </a:p>
        </p:txBody>
      </p:sp>
      <p:sp>
        <p:nvSpPr>
          <p:cNvPr id="135" name="Google Shape;135;p22"/>
          <p:cNvSpPr txBox="1"/>
          <p:nvPr>
            <p:ph idx="1" type="body"/>
          </p:nvPr>
        </p:nvSpPr>
        <p:spPr>
          <a:xfrm>
            <a:off x="471900" y="1919075"/>
            <a:ext cx="8222100" cy="2710200"/>
          </a:xfrm>
          <a:prstGeom prst="rect">
            <a:avLst/>
          </a:prstGeom>
        </p:spPr>
        <p:txBody>
          <a:bodyPr anchorCtr="0" anchor="t" bIns="91425" lIns="91425" spcFirstLastPara="1" rIns="91425" wrap="square" tIns="91425">
            <a:normAutofit/>
          </a:bodyPr>
          <a:lstStyle/>
          <a:p>
            <a:pPr indent="0" lvl="0" marL="0" rtl="0" algn="l">
              <a:spcBef>
                <a:spcPts val="1200"/>
              </a:spcBef>
              <a:spcAft>
                <a:spcPts val="0"/>
              </a:spcAft>
              <a:buNone/>
            </a:pPr>
            <a:r>
              <a:rPr b="1" lang="en" sz="2400"/>
              <a:t>Grid Container vs. Grid Items</a:t>
            </a:r>
            <a:r>
              <a:rPr lang="en" sz="2400"/>
              <a:t>:</a:t>
            </a:r>
            <a:endParaRPr sz="2400"/>
          </a:p>
          <a:p>
            <a:pPr indent="-381000" lvl="0" marL="457200" rtl="0" algn="l">
              <a:spcBef>
                <a:spcPts val="1200"/>
              </a:spcBef>
              <a:spcAft>
                <a:spcPts val="0"/>
              </a:spcAft>
              <a:buSzPts val="2400"/>
              <a:buChar char="●"/>
            </a:pPr>
            <a:r>
              <a:rPr lang="en" sz="2400"/>
              <a:t>The </a:t>
            </a:r>
            <a:r>
              <a:rPr b="1" lang="en" sz="2400"/>
              <a:t>container</a:t>
            </a:r>
            <a:r>
              <a:rPr lang="en" sz="2400"/>
              <a:t> is the parent element with </a:t>
            </a:r>
            <a:r>
              <a:rPr lang="en" sz="2400">
                <a:solidFill>
                  <a:srgbClr val="188038"/>
                </a:solidFill>
                <a:latin typeface="Roboto Mono"/>
                <a:ea typeface="Roboto Mono"/>
                <a:cs typeface="Roboto Mono"/>
                <a:sym typeface="Roboto Mono"/>
              </a:rPr>
              <a:t>display: grid</a:t>
            </a:r>
            <a:r>
              <a:rPr lang="en" sz="2400"/>
              <a:t>, and the </a:t>
            </a:r>
            <a:r>
              <a:rPr b="1" lang="en" sz="2400"/>
              <a:t>items</a:t>
            </a:r>
            <a:r>
              <a:rPr lang="en" sz="2400"/>
              <a:t> are the children that will be placed inside the grid.</a:t>
            </a:r>
            <a:endParaRPr sz="2400"/>
          </a:p>
          <a:p>
            <a:pPr indent="0" lvl="0" marL="0" rtl="0" algn="l">
              <a:spcBef>
                <a:spcPts val="1200"/>
              </a:spcBef>
              <a:spcAft>
                <a:spcPts val="1200"/>
              </a:spcAft>
              <a:buNone/>
            </a:pPr>
            <a:r>
              <a:t/>
            </a:r>
            <a:endParaRPr sz="2800"/>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23"/>
          <p:cNvSpPr txBox="1"/>
          <p:nvPr>
            <p:ph idx="1" type="body"/>
          </p:nvPr>
        </p:nvSpPr>
        <p:spPr>
          <a:xfrm>
            <a:off x="57150" y="4696825"/>
            <a:ext cx="8382000" cy="446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t/>
            </a:r>
            <a:endParaRPr/>
          </a:p>
        </p:txBody>
      </p:sp>
      <p:pic>
        <p:nvPicPr>
          <p:cNvPr id="141" name="Google Shape;141;p23"/>
          <p:cNvPicPr preferRelativeResize="0"/>
          <p:nvPr/>
        </p:nvPicPr>
        <p:blipFill>
          <a:blip r:embed="rId3">
            <a:alphaModFix/>
          </a:blip>
          <a:stretch>
            <a:fillRect/>
          </a:stretch>
        </p:blipFill>
        <p:spPr>
          <a:xfrm>
            <a:off x="152400" y="152400"/>
            <a:ext cx="8725132" cy="439202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24"/>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Defining Rows and Columns</a:t>
            </a:r>
            <a:endParaRPr/>
          </a:p>
        </p:txBody>
      </p:sp>
      <p:sp>
        <p:nvSpPr>
          <p:cNvPr id="147" name="Google Shape;147;p24"/>
          <p:cNvSpPr txBox="1"/>
          <p:nvPr>
            <p:ph idx="1" type="body"/>
          </p:nvPr>
        </p:nvSpPr>
        <p:spPr>
          <a:xfrm>
            <a:off x="168450" y="1607175"/>
            <a:ext cx="8829000" cy="2025600"/>
          </a:xfrm>
          <a:prstGeom prst="rect">
            <a:avLst/>
          </a:prstGeom>
        </p:spPr>
        <p:txBody>
          <a:bodyPr anchorCtr="0" anchor="t" bIns="91425" lIns="91425" spcFirstLastPara="1" rIns="91425" wrap="square" tIns="91425">
            <a:normAutofit/>
          </a:bodyPr>
          <a:lstStyle/>
          <a:p>
            <a:pPr indent="-361950" lvl="0" marL="457200" rtl="0" algn="l">
              <a:spcBef>
                <a:spcPts val="1200"/>
              </a:spcBef>
              <a:spcAft>
                <a:spcPts val="0"/>
              </a:spcAft>
              <a:buSzPts val="2100"/>
              <a:buChar char="●"/>
            </a:pPr>
            <a:r>
              <a:rPr lang="en" sz="2100"/>
              <a:t>You can define how many </a:t>
            </a:r>
            <a:r>
              <a:rPr b="1" lang="en" sz="2100"/>
              <a:t>rows</a:t>
            </a:r>
            <a:r>
              <a:rPr lang="en" sz="2100"/>
              <a:t> and </a:t>
            </a:r>
            <a:r>
              <a:rPr b="1" lang="en" sz="2100"/>
              <a:t>columns</a:t>
            </a:r>
            <a:r>
              <a:rPr lang="en" sz="2100"/>
              <a:t> your grid should have using </a:t>
            </a:r>
            <a:r>
              <a:rPr lang="en" sz="2100">
                <a:solidFill>
                  <a:srgbClr val="188038"/>
                </a:solidFill>
                <a:latin typeface="Roboto Mono"/>
                <a:ea typeface="Roboto Mono"/>
                <a:cs typeface="Roboto Mono"/>
                <a:sym typeface="Roboto Mono"/>
              </a:rPr>
              <a:t>grid-template-rows</a:t>
            </a:r>
            <a:r>
              <a:rPr lang="en" sz="2100"/>
              <a:t> and </a:t>
            </a:r>
            <a:r>
              <a:rPr lang="en" sz="2100">
                <a:solidFill>
                  <a:srgbClr val="188038"/>
                </a:solidFill>
                <a:latin typeface="Roboto Mono"/>
                <a:ea typeface="Roboto Mono"/>
                <a:cs typeface="Roboto Mono"/>
                <a:sym typeface="Roboto Mono"/>
              </a:rPr>
              <a:t>grid-template-columns</a:t>
            </a:r>
            <a:r>
              <a:rPr lang="en" sz="2100"/>
              <a:t>. Imagine a box (</a:t>
            </a:r>
            <a:r>
              <a:rPr lang="en" sz="2100">
                <a:solidFill>
                  <a:srgbClr val="188038"/>
                </a:solidFill>
                <a:latin typeface="Roboto Mono"/>
                <a:ea typeface="Roboto Mono"/>
                <a:cs typeface="Roboto Mono"/>
                <a:sym typeface="Roboto Mono"/>
              </a:rPr>
              <a:t>.container</a:t>
            </a:r>
            <a:r>
              <a:rPr lang="en" sz="2100"/>
              <a:t>). We're dividing it into columns: one is 100 steps wide, another 200 steps, and the last one fills the rest!</a:t>
            </a:r>
            <a:endParaRPr sz="2100"/>
          </a:p>
        </p:txBody>
      </p:sp>
      <p:pic>
        <p:nvPicPr>
          <p:cNvPr id="148" name="Google Shape;148;p24"/>
          <p:cNvPicPr preferRelativeResize="0"/>
          <p:nvPr/>
        </p:nvPicPr>
        <p:blipFill>
          <a:blip r:embed="rId3">
            <a:alphaModFix/>
          </a:blip>
          <a:stretch>
            <a:fillRect/>
          </a:stretch>
        </p:blipFill>
        <p:spPr>
          <a:xfrm>
            <a:off x="897950" y="3291050"/>
            <a:ext cx="5493900" cy="1759200"/>
          </a:xfrm>
          <a:prstGeom prst="roundRect">
            <a:avLst>
              <a:gd fmla="val 16667" name="adj"/>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pic>
        <p:nvPicPr>
          <p:cNvPr id="153" name="Google Shape;153;p25"/>
          <p:cNvPicPr preferRelativeResize="0"/>
          <p:nvPr/>
        </p:nvPicPr>
        <p:blipFill>
          <a:blip r:embed="rId3">
            <a:alphaModFix/>
          </a:blip>
          <a:stretch>
            <a:fillRect/>
          </a:stretch>
        </p:blipFill>
        <p:spPr>
          <a:xfrm>
            <a:off x="152400" y="152400"/>
            <a:ext cx="6170499" cy="4838700"/>
          </a:xfrm>
          <a:prstGeom prst="rect">
            <a:avLst/>
          </a:prstGeom>
          <a:noFill/>
          <a:ln>
            <a:noFill/>
          </a:ln>
        </p:spPr>
      </p:pic>
      <p:sp>
        <p:nvSpPr>
          <p:cNvPr id="154" name="Google Shape;154;p25"/>
          <p:cNvSpPr txBox="1"/>
          <p:nvPr/>
        </p:nvSpPr>
        <p:spPr>
          <a:xfrm>
            <a:off x="6300325" y="875900"/>
            <a:ext cx="2692800" cy="3947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rgbClr val="00FF00"/>
                </a:solidFill>
                <a:latin typeface="Roboto Mono"/>
                <a:ea typeface="Roboto Mono"/>
                <a:cs typeface="Roboto Mono"/>
                <a:sym typeface="Roboto Mono"/>
              </a:rPr>
              <a:t>grid-template-columns: 2rem 400px 3rem;</a:t>
            </a:r>
            <a:r>
              <a:rPr lang="en" sz="1800">
                <a:solidFill>
                  <a:srgbClr val="00FF00"/>
                </a:solidFill>
              </a:rPr>
              <a:t> </a:t>
            </a:r>
            <a:r>
              <a:rPr lang="en" sz="1800">
                <a:solidFill>
                  <a:schemeClr val="lt1"/>
                </a:solidFill>
              </a:rPr>
              <a:t>divides the table into </a:t>
            </a:r>
            <a:r>
              <a:rPr b="1" lang="en" sz="1800">
                <a:solidFill>
                  <a:schemeClr val="lt1"/>
                </a:solidFill>
              </a:rPr>
              <a:t>three vertical columns</a:t>
            </a:r>
            <a:r>
              <a:rPr lang="en" sz="1800">
                <a:solidFill>
                  <a:schemeClr val="lt1"/>
                </a:solidFill>
              </a:rPr>
              <a:t>. The first is 2rem wide, the second 400px, and the third 3rem.</a:t>
            </a:r>
            <a:endParaRPr sz="1800">
              <a:solidFill>
                <a:schemeClr val="lt1"/>
              </a:solidFill>
            </a:endParaRPr>
          </a:p>
          <a:p>
            <a:pPr indent="0" lvl="0" marL="0" rtl="0" algn="l">
              <a:spcBef>
                <a:spcPts val="0"/>
              </a:spcBef>
              <a:spcAft>
                <a:spcPts val="0"/>
              </a:spcAft>
              <a:buNone/>
            </a:pPr>
            <a:r>
              <a:rPr lang="en" sz="1800">
                <a:solidFill>
                  <a:srgbClr val="00FF00"/>
                </a:solidFill>
                <a:latin typeface="Roboto Mono"/>
                <a:ea typeface="Roboto Mono"/>
                <a:cs typeface="Roboto Mono"/>
                <a:sym typeface="Roboto Mono"/>
              </a:rPr>
              <a:t>grid-template-rows: 2rem 2rem 500px;</a:t>
            </a:r>
            <a:r>
              <a:rPr lang="en" sz="1800">
                <a:solidFill>
                  <a:schemeClr val="lt1"/>
                </a:solidFill>
              </a:rPr>
              <a:t> divides the table into </a:t>
            </a:r>
            <a:r>
              <a:rPr b="1" lang="en" sz="1800">
                <a:solidFill>
                  <a:schemeClr val="lt1"/>
                </a:solidFill>
              </a:rPr>
              <a:t>three horizontal rows</a:t>
            </a:r>
            <a:r>
              <a:rPr lang="en" sz="1800">
                <a:solidFill>
                  <a:schemeClr val="lt1"/>
                </a:solidFill>
              </a:rPr>
              <a:t>. The first two are 2rem tall, and the third is 500px.</a:t>
            </a:r>
            <a:endParaRPr sz="1800">
              <a:solidFill>
                <a:schemeClr val="lt1"/>
              </a:solidFill>
            </a:endParaRPr>
          </a:p>
          <a:p>
            <a:pPr indent="0" lvl="0" marL="0" rtl="0" algn="l">
              <a:spcBef>
                <a:spcPts val="0"/>
              </a:spcBef>
              <a:spcAft>
                <a:spcPts val="0"/>
              </a:spcAft>
              <a:buNone/>
            </a:pPr>
            <a:r>
              <a:t/>
            </a:r>
            <a:endParaRPr sz="2200">
              <a:solidFill>
                <a:schemeClr val="lt1"/>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26"/>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Grid Gaps</a:t>
            </a:r>
            <a:endParaRPr/>
          </a:p>
        </p:txBody>
      </p:sp>
      <p:sp>
        <p:nvSpPr>
          <p:cNvPr id="160" name="Google Shape;160;p26"/>
          <p:cNvSpPr txBox="1"/>
          <p:nvPr>
            <p:ph idx="1" type="body"/>
          </p:nvPr>
        </p:nvSpPr>
        <p:spPr>
          <a:xfrm>
            <a:off x="471900" y="1919075"/>
            <a:ext cx="8222100" cy="2710200"/>
          </a:xfrm>
          <a:prstGeom prst="rect">
            <a:avLst/>
          </a:prstGeom>
        </p:spPr>
        <p:txBody>
          <a:bodyPr anchorCtr="0" anchor="t" bIns="91425" lIns="91425" spcFirstLastPara="1" rIns="91425" wrap="square" tIns="91425">
            <a:normAutofit/>
          </a:bodyPr>
          <a:lstStyle/>
          <a:p>
            <a:pPr indent="-381000" lvl="0" marL="457200" rtl="0" algn="l">
              <a:spcBef>
                <a:spcPts val="1200"/>
              </a:spcBef>
              <a:spcAft>
                <a:spcPts val="0"/>
              </a:spcAft>
              <a:buSzPts val="2400"/>
              <a:buChar char="●"/>
            </a:pPr>
            <a:r>
              <a:rPr lang="en" sz="2400"/>
              <a:t>Use </a:t>
            </a:r>
            <a:r>
              <a:rPr lang="en" sz="2400">
                <a:solidFill>
                  <a:srgbClr val="188038"/>
                </a:solidFill>
                <a:latin typeface="Roboto Mono"/>
                <a:ea typeface="Roboto Mono"/>
                <a:cs typeface="Roboto Mono"/>
                <a:sym typeface="Roboto Mono"/>
              </a:rPr>
              <a:t>grid-gap</a:t>
            </a:r>
            <a:r>
              <a:rPr lang="en" sz="2400"/>
              <a:t> to define the space between grid items:</a:t>
            </a:r>
            <a:endParaRPr sz="2800"/>
          </a:p>
        </p:txBody>
      </p:sp>
      <p:pic>
        <p:nvPicPr>
          <p:cNvPr id="161" name="Google Shape;161;p26"/>
          <p:cNvPicPr preferRelativeResize="0"/>
          <p:nvPr/>
        </p:nvPicPr>
        <p:blipFill>
          <a:blip r:embed="rId3">
            <a:alphaModFix/>
          </a:blip>
          <a:stretch>
            <a:fillRect/>
          </a:stretch>
        </p:blipFill>
        <p:spPr>
          <a:xfrm>
            <a:off x="921425" y="2795350"/>
            <a:ext cx="2706600" cy="2034300"/>
          </a:xfrm>
          <a:prstGeom prst="roundRect">
            <a:avLst>
              <a:gd fmla="val 16667" name="adj"/>
            </a:avLst>
          </a:prstGeom>
          <a:noFill/>
          <a:ln>
            <a:noFill/>
          </a:ln>
        </p:spPr>
      </p:pic>
      <p:sp>
        <p:nvSpPr>
          <p:cNvPr id="162" name="Google Shape;162;p26"/>
          <p:cNvSpPr txBox="1"/>
          <p:nvPr/>
        </p:nvSpPr>
        <p:spPr>
          <a:xfrm>
            <a:off x="3909900" y="2863325"/>
            <a:ext cx="4845000" cy="2034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3000"/>
              <a:t>Think of it like a checkerboard, with 10 tiny spaces between each square!</a:t>
            </a:r>
            <a:endParaRPr b="1" sz="3000"/>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p27"/>
          <p:cNvSpPr txBox="1"/>
          <p:nvPr>
            <p:ph idx="1" type="body"/>
          </p:nvPr>
        </p:nvSpPr>
        <p:spPr>
          <a:xfrm>
            <a:off x="57150" y="4696825"/>
            <a:ext cx="8382000" cy="446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GRID GAP equal length of 10 spaces between each</a:t>
            </a:r>
            <a:endParaRPr/>
          </a:p>
        </p:txBody>
      </p:sp>
      <p:pic>
        <p:nvPicPr>
          <p:cNvPr id="168" name="Google Shape;168;p27"/>
          <p:cNvPicPr preferRelativeResize="0"/>
          <p:nvPr/>
        </p:nvPicPr>
        <p:blipFill>
          <a:blip r:embed="rId3">
            <a:alphaModFix/>
          </a:blip>
          <a:stretch>
            <a:fillRect/>
          </a:stretch>
        </p:blipFill>
        <p:spPr>
          <a:xfrm>
            <a:off x="152400" y="152400"/>
            <a:ext cx="8839200" cy="3195434"/>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28"/>
          <p:cNvSpPr txBox="1"/>
          <p:nvPr>
            <p:ph type="title"/>
          </p:nvPr>
        </p:nvSpPr>
        <p:spPr>
          <a:xfrm>
            <a:off x="490250" y="488250"/>
            <a:ext cx="6227100" cy="4090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Advanced Grid Features</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29"/>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Grid Lines, Areas, and Naming:</a:t>
            </a:r>
            <a:endParaRPr/>
          </a:p>
        </p:txBody>
      </p:sp>
      <p:sp>
        <p:nvSpPr>
          <p:cNvPr id="179" name="Google Shape;179;p29"/>
          <p:cNvSpPr txBox="1"/>
          <p:nvPr>
            <p:ph idx="1" type="body"/>
          </p:nvPr>
        </p:nvSpPr>
        <p:spPr>
          <a:xfrm>
            <a:off x="471900" y="1919075"/>
            <a:ext cx="8222100" cy="2710200"/>
          </a:xfrm>
          <a:prstGeom prst="rect">
            <a:avLst/>
          </a:prstGeom>
        </p:spPr>
        <p:txBody>
          <a:bodyPr anchorCtr="0" anchor="t" bIns="91425" lIns="91425" spcFirstLastPara="1" rIns="91425" wrap="square" tIns="91425">
            <a:normAutofit/>
          </a:bodyPr>
          <a:lstStyle/>
          <a:p>
            <a:pPr indent="-355600" lvl="0" marL="457200" rtl="0" algn="l">
              <a:spcBef>
                <a:spcPts val="1200"/>
              </a:spcBef>
              <a:spcAft>
                <a:spcPts val="0"/>
              </a:spcAft>
              <a:buSzPts val="2000"/>
              <a:buChar char="●"/>
            </a:pPr>
            <a:r>
              <a:rPr b="1" lang="en" sz="2000"/>
              <a:t>Grid lines</a:t>
            </a:r>
            <a:r>
              <a:rPr lang="en" sz="2000"/>
              <a:t>: These define where rows and columns start and end.</a:t>
            </a:r>
            <a:endParaRPr sz="2000"/>
          </a:p>
          <a:p>
            <a:pPr indent="-355600" lvl="0" marL="457200" rtl="0" algn="l">
              <a:spcBef>
                <a:spcPts val="0"/>
              </a:spcBef>
              <a:spcAft>
                <a:spcPts val="0"/>
              </a:spcAft>
              <a:buSzPts val="2000"/>
              <a:buChar char="●"/>
            </a:pPr>
            <a:r>
              <a:rPr b="1" lang="en" sz="2000"/>
              <a:t>Grid areas</a:t>
            </a:r>
            <a:r>
              <a:rPr lang="en" sz="2000"/>
              <a:t>: You can name areas in the grid to simplify placement.</a:t>
            </a:r>
            <a:endParaRPr sz="2000"/>
          </a:p>
          <a:p>
            <a:pPr indent="0" lvl="0" marL="0" rtl="0" algn="l">
              <a:spcBef>
                <a:spcPts val="1200"/>
              </a:spcBef>
              <a:spcAft>
                <a:spcPts val="1200"/>
              </a:spcAft>
              <a:buNone/>
            </a:pPr>
            <a:r>
              <a:t/>
            </a:r>
            <a:endParaRPr sz="2400"/>
          </a:p>
        </p:txBody>
      </p:sp>
      <p:pic>
        <p:nvPicPr>
          <p:cNvPr id="180" name="Google Shape;180;p29"/>
          <p:cNvPicPr preferRelativeResize="0"/>
          <p:nvPr/>
        </p:nvPicPr>
        <p:blipFill>
          <a:blip r:embed="rId3">
            <a:alphaModFix/>
          </a:blip>
          <a:stretch>
            <a:fillRect/>
          </a:stretch>
        </p:blipFill>
        <p:spPr>
          <a:xfrm>
            <a:off x="538403" y="2810003"/>
            <a:ext cx="3042000" cy="2333400"/>
          </a:xfrm>
          <a:prstGeom prst="roundRect">
            <a:avLst>
              <a:gd fmla="val 16667" name="adj"/>
            </a:avLst>
          </a:prstGeom>
          <a:noFill/>
          <a:ln>
            <a:noFill/>
          </a:ln>
        </p:spPr>
      </p:pic>
      <p:pic>
        <p:nvPicPr>
          <p:cNvPr id="181" name="Google Shape;181;p29"/>
          <p:cNvPicPr preferRelativeResize="0"/>
          <p:nvPr/>
        </p:nvPicPr>
        <p:blipFill>
          <a:blip r:embed="rId4">
            <a:alphaModFix/>
          </a:blip>
          <a:stretch>
            <a:fillRect/>
          </a:stretch>
        </p:blipFill>
        <p:spPr>
          <a:xfrm>
            <a:off x="3580392" y="2737946"/>
            <a:ext cx="5093557" cy="233340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p30"/>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Spanning Multiple Rows/Columns</a:t>
            </a:r>
            <a:endParaRPr/>
          </a:p>
        </p:txBody>
      </p:sp>
      <p:sp>
        <p:nvSpPr>
          <p:cNvPr id="187" name="Google Shape;187;p30"/>
          <p:cNvSpPr txBox="1"/>
          <p:nvPr>
            <p:ph idx="1" type="body"/>
          </p:nvPr>
        </p:nvSpPr>
        <p:spPr>
          <a:xfrm>
            <a:off x="471900" y="1919075"/>
            <a:ext cx="8222100" cy="2710200"/>
          </a:xfrm>
          <a:prstGeom prst="rect">
            <a:avLst/>
          </a:prstGeom>
        </p:spPr>
        <p:txBody>
          <a:bodyPr anchorCtr="0" anchor="t" bIns="91425" lIns="91425" spcFirstLastPara="1" rIns="91425" wrap="square" tIns="91425">
            <a:normAutofit/>
          </a:bodyPr>
          <a:lstStyle/>
          <a:p>
            <a:pPr indent="-374650" lvl="0" marL="457200" rtl="0" algn="l">
              <a:spcBef>
                <a:spcPts val="1200"/>
              </a:spcBef>
              <a:spcAft>
                <a:spcPts val="0"/>
              </a:spcAft>
              <a:buSzPts val="2300"/>
              <a:buChar char="●"/>
            </a:pPr>
            <a:r>
              <a:rPr lang="en" sz="2700"/>
              <a:t>Items can span across multiple rows or columns.</a:t>
            </a:r>
            <a:endParaRPr sz="2700"/>
          </a:p>
          <a:p>
            <a:pPr indent="0" lvl="0" marL="0" rtl="0" algn="l">
              <a:spcBef>
                <a:spcPts val="1200"/>
              </a:spcBef>
              <a:spcAft>
                <a:spcPts val="1200"/>
              </a:spcAft>
              <a:buNone/>
            </a:pPr>
            <a:r>
              <a:t/>
            </a:r>
            <a:endParaRPr sz="2700"/>
          </a:p>
        </p:txBody>
      </p:sp>
      <p:pic>
        <p:nvPicPr>
          <p:cNvPr id="188" name="Google Shape;188;p30"/>
          <p:cNvPicPr preferRelativeResize="0"/>
          <p:nvPr/>
        </p:nvPicPr>
        <p:blipFill>
          <a:blip r:embed="rId3">
            <a:alphaModFix/>
          </a:blip>
          <a:stretch>
            <a:fillRect/>
          </a:stretch>
        </p:blipFill>
        <p:spPr>
          <a:xfrm>
            <a:off x="678363" y="2571750"/>
            <a:ext cx="4090800" cy="2411100"/>
          </a:xfrm>
          <a:prstGeom prst="roundRect">
            <a:avLst>
              <a:gd fmla="val 16667" name="adj"/>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31"/>
          <p:cNvSpPr txBox="1"/>
          <p:nvPr>
            <p:ph idx="1" type="body"/>
          </p:nvPr>
        </p:nvSpPr>
        <p:spPr>
          <a:xfrm>
            <a:off x="57150" y="4696825"/>
            <a:ext cx="8382000" cy="446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Now each item takes up two spaces on column and two spaces on rows</a:t>
            </a:r>
            <a:endParaRPr/>
          </a:p>
        </p:txBody>
      </p:sp>
      <p:pic>
        <p:nvPicPr>
          <p:cNvPr id="194" name="Google Shape;194;p31"/>
          <p:cNvPicPr preferRelativeResize="0"/>
          <p:nvPr/>
        </p:nvPicPr>
        <p:blipFill>
          <a:blip r:embed="rId3">
            <a:alphaModFix/>
          </a:blip>
          <a:stretch>
            <a:fillRect/>
          </a:stretch>
        </p:blipFill>
        <p:spPr>
          <a:xfrm>
            <a:off x="3855075" y="1934349"/>
            <a:ext cx="5006174" cy="2762475"/>
          </a:xfrm>
          <a:prstGeom prst="rect">
            <a:avLst/>
          </a:prstGeom>
          <a:noFill/>
          <a:ln>
            <a:noFill/>
          </a:ln>
        </p:spPr>
      </p:pic>
      <p:pic>
        <p:nvPicPr>
          <p:cNvPr id="195" name="Google Shape;195;p31"/>
          <p:cNvPicPr preferRelativeResize="0"/>
          <p:nvPr/>
        </p:nvPicPr>
        <p:blipFill>
          <a:blip r:embed="rId4">
            <a:alphaModFix/>
          </a:blip>
          <a:stretch>
            <a:fillRect/>
          </a:stretch>
        </p:blipFill>
        <p:spPr>
          <a:xfrm>
            <a:off x="344725" y="2452175"/>
            <a:ext cx="2585325" cy="1464425"/>
          </a:xfrm>
          <a:prstGeom prst="rect">
            <a:avLst/>
          </a:prstGeom>
          <a:noFill/>
          <a:ln>
            <a:noFill/>
          </a:ln>
        </p:spPr>
      </p:pic>
      <p:sp>
        <p:nvSpPr>
          <p:cNvPr id="196" name="Google Shape;196;p31"/>
          <p:cNvSpPr/>
          <p:nvPr/>
        </p:nvSpPr>
        <p:spPr>
          <a:xfrm>
            <a:off x="1492125" y="528850"/>
            <a:ext cx="5641800" cy="1621200"/>
          </a:xfrm>
          <a:prstGeom prst="uturnArrow">
            <a:avLst>
              <a:gd fmla="val 25000" name="adj1"/>
              <a:gd fmla="val 25000" name="adj2"/>
              <a:gd fmla="val 25000" name="adj3"/>
              <a:gd fmla="val 43750" name="adj4"/>
              <a:gd fmla="val 75000" name="adj5"/>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97" name="Google Shape;197;p31"/>
          <p:cNvPicPr preferRelativeResize="0"/>
          <p:nvPr/>
        </p:nvPicPr>
        <p:blipFill>
          <a:blip r:embed="rId5">
            <a:alphaModFix/>
          </a:blip>
          <a:stretch>
            <a:fillRect/>
          </a:stretch>
        </p:blipFill>
        <p:spPr>
          <a:xfrm>
            <a:off x="2543947" y="270425"/>
            <a:ext cx="2976300" cy="1754100"/>
          </a:xfrm>
          <a:prstGeom prst="roundRect">
            <a:avLst>
              <a:gd fmla="val 16667" name="adj"/>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32"/>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Auto-fill and Auto-f</a:t>
            </a:r>
            <a:endParaRPr/>
          </a:p>
        </p:txBody>
      </p:sp>
      <p:sp>
        <p:nvSpPr>
          <p:cNvPr id="203" name="Google Shape;203;p32"/>
          <p:cNvSpPr txBox="1"/>
          <p:nvPr>
            <p:ph idx="1" type="body"/>
          </p:nvPr>
        </p:nvSpPr>
        <p:spPr>
          <a:xfrm>
            <a:off x="471900" y="1919075"/>
            <a:ext cx="8222100" cy="2710200"/>
          </a:xfrm>
          <a:prstGeom prst="rect">
            <a:avLst/>
          </a:prstGeom>
        </p:spPr>
        <p:txBody>
          <a:bodyPr anchorCtr="0" anchor="t" bIns="91425" lIns="91425" spcFirstLastPara="1" rIns="91425" wrap="square" tIns="91425">
            <a:normAutofit/>
          </a:bodyPr>
          <a:lstStyle/>
          <a:p>
            <a:pPr indent="-387350" lvl="0" marL="457200" rtl="0" algn="l">
              <a:spcBef>
                <a:spcPts val="1200"/>
              </a:spcBef>
              <a:spcAft>
                <a:spcPts val="0"/>
              </a:spcAft>
              <a:buSzPts val="2500"/>
              <a:buChar char="●"/>
            </a:pPr>
            <a:r>
              <a:rPr lang="en" sz="2500"/>
              <a:t>Use </a:t>
            </a:r>
            <a:r>
              <a:rPr lang="en" sz="2500">
                <a:solidFill>
                  <a:srgbClr val="188038"/>
                </a:solidFill>
                <a:latin typeface="Roboto Mono"/>
                <a:ea typeface="Roboto Mono"/>
                <a:cs typeface="Roboto Mono"/>
                <a:sym typeface="Roboto Mono"/>
              </a:rPr>
              <a:t>auto-fill</a:t>
            </a:r>
            <a:r>
              <a:rPr lang="en" sz="2500"/>
              <a:t> and </a:t>
            </a:r>
            <a:r>
              <a:rPr lang="en" sz="2500">
                <a:solidFill>
                  <a:srgbClr val="188038"/>
                </a:solidFill>
                <a:latin typeface="Roboto Mono"/>
                <a:ea typeface="Roboto Mono"/>
                <a:cs typeface="Roboto Mono"/>
                <a:sym typeface="Roboto Mono"/>
              </a:rPr>
              <a:t>auto-fit</a:t>
            </a:r>
            <a:r>
              <a:rPr lang="en" sz="2500"/>
              <a:t> for responsive grid items that adjust to the screen size.</a:t>
            </a:r>
            <a:endParaRPr sz="2900"/>
          </a:p>
        </p:txBody>
      </p:sp>
      <p:pic>
        <p:nvPicPr>
          <p:cNvPr id="204" name="Google Shape;204;p32"/>
          <p:cNvPicPr preferRelativeResize="0"/>
          <p:nvPr/>
        </p:nvPicPr>
        <p:blipFill>
          <a:blip r:embed="rId3">
            <a:alphaModFix/>
          </a:blip>
          <a:stretch>
            <a:fillRect/>
          </a:stretch>
        </p:blipFill>
        <p:spPr>
          <a:xfrm>
            <a:off x="313500" y="3383905"/>
            <a:ext cx="7231200" cy="1602600"/>
          </a:xfrm>
          <a:prstGeom prst="roundRect">
            <a:avLst>
              <a:gd fmla="val 16667" name="adj"/>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sp>
        <p:nvSpPr>
          <p:cNvPr id="209" name="Google Shape;209;p33"/>
          <p:cNvSpPr txBox="1"/>
          <p:nvPr>
            <p:ph idx="1" type="body"/>
          </p:nvPr>
        </p:nvSpPr>
        <p:spPr>
          <a:xfrm>
            <a:off x="57150" y="4696825"/>
            <a:ext cx="8382000" cy="446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Difference AUTOFILL v AUTOFIT</a:t>
            </a:r>
            <a:endParaRPr/>
          </a:p>
        </p:txBody>
      </p:sp>
      <p:pic>
        <p:nvPicPr>
          <p:cNvPr id="210" name="Google Shape;210;p33"/>
          <p:cNvPicPr preferRelativeResize="0"/>
          <p:nvPr/>
        </p:nvPicPr>
        <p:blipFill>
          <a:blip r:embed="rId3">
            <a:alphaModFix/>
          </a:blip>
          <a:stretch>
            <a:fillRect/>
          </a:stretch>
        </p:blipFill>
        <p:spPr>
          <a:xfrm>
            <a:off x="152400" y="152400"/>
            <a:ext cx="6994452" cy="4392024"/>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sp>
        <p:nvSpPr>
          <p:cNvPr id="215" name="Google Shape;215;p34"/>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Combining Flexbox and CSS Grid</a:t>
            </a:r>
            <a:endParaRPr/>
          </a:p>
        </p:txBody>
      </p:sp>
      <p:sp>
        <p:nvSpPr>
          <p:cNvPr id="216" name="Google Shape;216;p34"/>
          <p:cNvSpPr txBox="1"/>
          <p:nvPr>
            <p:ph idx="1" type="body"/>
          </p:nvPr>
        </p:nvSpPr>
        <p:spPr>
          <a:xfrm>
            <a:off x="471900" y="1919075"/>
            <a:ext cx="8222100" cy="2710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600"/>
              <a:t>Why Combine Flexbox and Grid?</a:t>
            </a:r>
            <a:endParaRPr b="1" sz="1600"/>
          </a:p>
          <a:p>
            <a:pPr indent="-330200" lvl="0" marL="457200" rtl="0" algn="l">
              <a:spcBef>
                <a:spcPts val="1200"/>
              </a:spcBef>
              <a:spcAft>
                <a:spcPts val="0"/>
              </a:spcAft>
              <a:buSzPts val="1600"/>
              <a:buChar char="●"/>
            </a:pPr>
            <a:r>
              <a:rPr lang="en" sz="1600"/>
              <a:t>While </a:t>
            </a:r>
            <a:r>
              <a:rPr b="1" lang="en" sz="1600"/>
              <a:t>CSS Grid</a:t>
            </a:r>
            <a:r>
              <a:rPr lang="en" sz="1600"/>
              <a:t> is great for two-dimensional layouts, </a:t>
            </a:r>
            <a:r>
              <a:rPr b="1" lang="en" sz="1600"/>
              <a:t>Flexbox</a:t>
            </a:r>
            <a:r>
              <a:rPr lang="en" sz="1600"/>
              <a:t> excels at one-dimensional layouts. Combining both allows for complex, flexible layouts that adapt to varying screen sizes.</a:t>
            </a:r>
            <a:endParaRPr sz="1600"/>
          </a:p>
          <a:p>
            <a:pPr indent="-330200" lvl="0" marL="457200" rtl="0" algn="l">
              <a:spcBef>
                <a:spcPts val="0"/>
              </a:spcBef>
              <a:spcAft>
                <a:spcPts val="0"/>
              </a:spcAft>
              <a:buSzPts val="1600"/>
              <a:buChar char="●"/>
            </a:pPr>
            <a:r>
              <a:rPr lang="en" sz="1600"/>
              <a:t>For instance, use </a:t>
            </a:r>
            <a:r>
              <a:rPr b="1" lang="en" sz="1600"/>
              <a:t>CSS Grid</a:t>
            </a:r>
            <a:r>
              <a:rPr lang="en" sz="1600"/>
              <a:t> for the overall page layout and </a:t>
            </a:r>
            <a:r>
              <a:rPr b="1" lang="en" sz="1600"/>
              <a:t>Flexbox</a:t>
            </a:r>
            <a:r>
              <a:rPr lang="en" sz="1600"/>
              <a:t> for the individual components inside the grid.</a:t>
            </a:r>
            <a:endParaRPr sz="1600"/>
          </a:p>
          <a:p>
            <a:pPr indent="0" lvl="0" marL="0" rtl="0" algn="l">
              <a:spcBef>
                <a:spcPts val="1200"/>
              </a:spcBef>
              <a:spcAft>
                <a:spcPts val="0"/>
              </a:spcAft>
              <a:buNone/>
            </a:pPr>
            <a:r>
              <a:rPr b="1" lang="en" sz="1600"/>
              <a:t>Real-World Example</a:t>
            </a:r>
            <a:r>
              <a:rPr lang="en" sz="1600"/>
              <a:t>:</a:t>
            </a:r>
            <a:endParaRPr sz="1600"/>
          </a:p>
          <a:p>
            <a:pPr indent="-330200" lvl="0" marL="457200" rtl="0" algn="l">
              <a:spcBef>
                <a:spcPts val="1200"/>
              </a:spcBef>
              <a:spcAft>
                <a:spcPts val="0"/>
              </a:spcAft>
              <a:buSzPts val="1600"/>
              <a:buChar char="●"/>
            </a:pPr>
            <a:r>
              <a:rPr lang="en" sz="1600"/>
              <a:t>A </a:t>
            </a:r>
            <a:r>
              <a:rPr b="1" lang="en" sz="1600"/>
              <a:t>two-column layout</a:t>
            </a:r>
            <a:r>
              <a:rPr lang="en" sz="1600"/>
              <a:t> with </a:t>
            </a:r>
            <a:r>
              <a:rPr b="1" lang="en" sz="1600"/>
              <a:t>CSS Grid</a:t>
            </a:r>
            <a:r>
              <a:rPr lang="en" sz="1600"/>
              <a:t>, and inside each column, use </a:t>
            </a:r>
            <a:r>
              <a:rPr b="1" lang="en" sz="1600"/>
              <a:t>Flexbox</a:t>
            </a:r>
            <a:r>
              <a:rPr lang="en" sz="1600"/>
              <a:t> for alignment and spacing of items.</a:t>
            </a:r>
            <a:endParaRPr sz="1600"/>
          </a:p>
          <a:p>
            <a:pPr indent="0" lvl="0" marL="0" rtl="0" algn="l">
              <a:spcBef>
                <a:spcPts val="1200"/>
              </a:spcBef>
              <a:spcAft>
                <a:spcPts val="1200"/>
              </a:spcAft>
              <a:buNone/>
            </a:pPr>
            <a:r>
              <a:t/>
            </a:r>
            <a:endParaRPr sz="2000"/>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 name="Shape 220"/>
        <p:cNvGrpSpPr/>
        <p:nvPr/>
      </p:nvGrpSpPr>
      <p:grpSpPr>
        <a:xfrm>
          <a:off x="0" y="0"/>
          <a:ext cx="0" cy="0"/>
          <a:chOff x="0" y="0"/>
          <a:chExt cx="0" cy="0"/>
        </a:xfrm>
      </p:grpSpPr>
      <p:pic>
        <p:nvPicPr>
          <p:cNvPr id="221" name="Google Shape;221;p35"/>
          <p:cNvPicPr preferRelativeResize="0"/>
          <p:nvPr/>
        </p:nvPicPr>
        <p:blipFill>
          <a:blip r:embed="rId3">
            <a:alphaModFix/>
          </a:blip>
          <a:stretch>
            <a:fillRect/>
          </a:stretch>
        </p:blipFill>
        <p:spPr>
          <a:xfrm>
            <a:off x="152400" y="152400"/>
            <a:ext cx="5421825" cy="4861575"/>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 name="Shape 225"/>
        <p:cNvGrpSpPr/>
        <p:nvPr/>
      </p:nvGrpSpPr>
      <p:grpSpPr>
        <a:xfrm>
          <a:off x="0" y="0"/>
          <a:ext cx="0" cy="0"/>
          <a:chOff x="0" y="0"/>
          <a:chExt cx="0" cy="0"/>
        </a:xfrm>
      </p:grpSpPr>
      <p:sp>
        <p:nvSpPr>
          <p:cNvPr id="226" name="Google Shape;226;p36"/>
          <p:cNvSpPr txBox="1"/>
          <p:nvPr>
            <p:ph type="title"/>
          </p:nvPr>
        </p:nvSpPr>
        <p:spPr>
          <a:xfrm>
            <a:off x="460950" y="2065350"/>
            <a:ext cx="8222100" cy="1012800"/>
          </a:xfrm>
          <a:prstGeom prst="rect">
            <a:avLst/>
          </a:prstGeom>
        </p:spPr>
        <p:txBody>
          <a:bodyPr anchorCtr="0" anchor="ctr" bIns="91425" lIns="91425" spcFirstLastPara="1" rIns="91425" wrap="square" tIns="91425">
            <a:normAutofit fontScale="90000"/>
          </a:bodyPr>
          <a:lstStyle/>
          <a:p>
            <a:pPr indent="0" lvl="0" marL="0" rtl="0" algn="l">
              <a:spcBef>
                <a:spcPts val="0"/>
              </a:spcBef>
              <a:spcAft>
                <a:spcPts val="0"/>
              </a:spcAft>
              <a:buNone/>
            </a:pPr>
            <a:r>
              <a:rPr lang="en"/>
              <a:t>Practical Example: Building a Page Layout with Grid and Flexbox</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 name="Shape 230"/>
        <p:cNvGrpSpPr/>
        <p:nvPr/>
      </p:nvGrpSpPr>
      <p:grpSpPr>
        <a:xfrm>
          <a:off x="0" y="0"/>
          <a:ext cx="0" cy="0"/>
          <a:chOff x="0" y="0"/>
          <a:chExt cx="0" cy="0"/>
        </a:xfrm>
      </p:grpSpPr>
      <p:pic>
        <p:nvPicPr>
          <p:cNvPr id="231" name="Google Shape;231;p37"/>
          <p:cNvPicPr preferRelativeResize="0"/>
          <p:nvPr/>
        </p:nvPicPr>
        <p:blipFill>
          <a:blip r:embed="rId3">
            <a:alphaModFix/>
          </a:blip>
          <a:stretch>
            <a:fillRect/>
          </a:stretch>
        </p:blipFill>
        <p:spPr>
          <a:xfrm>
            <a:off x="152400" y="152400"/>
            <a:ext cx="4538025" cy="3616250"/>
          </a:xfrm>
          <a:prstGeom prst="rect">
            <a:avLst/>
          </a:prstGeom>
          <a:noFill/>
          <a:ln>
            <a:noFill/>
          </a:ln>
        </p:spPr>
      </p:pic>
      <p:sp>
        <p:nvSpPr>
          <p:cNvPr id="232" name="Google Shape;232;p37"/>
          <p:cNvSpPr txBox="1"/>
          <p:nvPr/>
        </p:nvSpPr>
        <p:spPr>
          <a:xfrm>
            <a:off x="553850" y="3393650"/>
            <a:ext cx="8397900" cy="1557600"/>
          </a:xfrm>
          <a:prstGeom prst="rect">
            <a:avLst/>
          </a:prstGeom>
          <a:noFill/>
          <a:ln cap="flat" cmpd="sng" w="19050">
            <a:solidFill>
              <a:srgbClr val="F2F2F2"/>
            </a:solidFill>
            <a:prstDash val="dash"/>
            <a:round/>
            <a:headEnd len="sm" w="sm" type="none"/>
            <a:tailEnd len="sm" w="sm" type="none"/>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b="1" lang="en" sz="2400">
                <a:solidFill>
                  <a:schemeClr val="lt1"/>
                </a:solidFill>
              </a:rPr>
              <a:t>Grid for Structure</a:t>
            </a:r>
            <a:r>
              <a:rPr lang="en" sz="2400">
                <a:solidFill>
                  <a:schemeClr val="lt1"/>
                </a:solidFill>
              </a:rPr>
              <a:t>:</a:t>
            </a:r>
            <a:endParaRPr sz="2400">
              <a:solidFill>
                <a:schemeClr val="lt1"/>
              </a:solidFill>
            </a:endParaRPr>
          </a:p>
          <a:p>
            <a:pPr indent="-381000" lvl="0" marL="457200" rtl="0" algn="l">
              <a:lnSpc>
                <a:spcPct val="115000"/>
              </a:lnSpc>
              <a:spcBef>
                <a:spcPts val="1200"/>
              </a:spcBef>
              <a:spcAft>
                <a:spcPts val="0"/>
              </a:spcAft>
              <a:buClr>
                <a:schemeClr val="lt1"/>
              </a:buClr>
              <a:buSzPts val="2400"/>
              <a:buChar char="●"/>
            </a:pPr>
            <a:r>
              <a:rPr lang="en" sz="2400">
                <a:solidFill>
                  <a:schemeClr val="lt1"/>
                </a:solidFill>
              </a:rPr>
              <a:t>Define the page layout with a grid, creating areas for a header, sidebar, main content, and footer.</a:t>
            </a:r>
            <a:endParaRPr sz="2400">
              <a:solidFill>
                <a:schemeClr val="lt1"/>
              </a:solidFill>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 name="Shape 236"/>
        <p:cNvGrpSpPr/>
        <p:nvPr/>
      </p:nvGrpSpPr>
      <p:grpSpPr>
        <a:xfrm>
          <a:off x="0" y="0"/>
          <a:ext cx="0" cy="0"/>
          <a:chOff x="0" y="0"/>
          <a:chExt cx="0" cy="0"/>
        </a:xfrm>
      </p:grpSpPr>
      <p:sp>
        <p:nvSpPr>
          <p:cNvPr id="237" name="Google Shape;237;p38"/>
          <p:cNvSpPr txBox="1"/>
          <p:nvPr/>
        </p:nvSpPr>
        <p:spPr>
          <a:xfrm>
            <a:off x="337050" y="372500"/>
            <a:ext cx="7760400" cy="1405200"/>
          </a:xfrm>
          <a:prstGeom prst="rect">
            <a:avLst/>
          </a:prstGeom>
          <a:noFill/>
          <a:ln cap="flat" cmpd="sng" w="19050">
            <a:solidFill>
              <a:schemeClr val="lt1"/>
            </a:solidFill>
            <a:prstDash val="dash"/>
            <a:round/>
            <a:headEnd len="sm" w="sm" type="none"/>
            <a:tailEnd len="sm" w="sm" type="none"/>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b="1" lang="en" sz="2100">
                <a:solidFill>
                  <a:schemeClr val="lt1"/>
                </a:solidFill>
              </a:rPr>
              <a:t>Flexbox for Content Alignment</a:t>
            </a:r>
            <a:r>
              <a:rPr lang="en" sz="2100">
                <a:solidFill>
                  <a:schemeClr val="lt1"/>
                </a:solidFill>
              </a:rPr>
              <a:t>:</a:t>
            </a:r>
            <a:endParaRPr sz="2100">
              <a:solidFill>
                <a:schemeClr val="lt1"/>
              </a:solidFill>
            </a:endParaRPr>
          </a:p>
          <a:p>
            <a:pPr indent="-361950" lvl="0" marL="457200" rtl="0" algn="l">
              <a:lnSpc>
                <a:spcPct val="115000"/>
              </a:lnSpc>
              <a:spcBef>
                <a:spcPts val="1200"/>
              </a:spcBef>
              <a:spcAft>
                <a:spcPts val="0"/>
              </a:spcAft>
              <a:buClr>
                <a:schemeClr val="lt1"/>
              </a:buClr>
              <a:buSzPts val="2100"/>
              <a:buChar char="●"/>
            </a:pPr>
            <a:r>
              <a:rPr lang="en" sz="2100">
                <a:solidFill>
                  <a:schemeClr val="lt1"/>
                </a:solidFill>
              </a:rPr>
              <a:t>Inside the </a:t>
            </a:r>
            <a:r>
              <a:rPr b="1" lang="en" sz="2100">
                <a:solidFill>
                  <a:schemeClr val="lt1"/>
                </a:solidFill>
              </a:rPr>
              <a:t>main content area</a:t>
            </a:r>
            <a:r>
              <a:rPr lang="en" sz="2100">
                <a:solidFill>
                  <a:schemeClr val="lt1"/>
                </a:solidFill>
              </a:rPr>
              <a:t>, use </a:t>
            </a:r>
            <a:r>
              <a:rPr b="1" lang="en" sz="2100">
                <a:solidFill>
                  <a:schemeClr val="lt1"/>
                </a:solidFill>
              </a:rPr>
              <a:t>Flexbox</a:t>
            </a:r>
            <a:r>
              <a:rPr lang="en" sz="2100">
                <a:solidFill>
                  <a:schemeClr val="lt1"/>
                </a:solidFill>
              </a:rPr>
              <a:t> to align text, images, or cards in a row or column format.</a:t>
            </a:r>
            <a:endParaRPr sz="2100">
              <a:solidFill>
                <a:schemeClr val="lt1"/>
              </a:solidFill>
            </a:endParaRPr>
          </a:p>
        </p:txBody>
      </p:sp>
      <p:pic>
        <p:nvPicPr>
          <p:cNvPr id="238" name="Google Shape;238;p38"/>
          <p:cNvPicPr preferRelativeResize="0"/>
          <p:nvPr/>
        </p:nvPicPr>
        <p:blipFill>
          <a:blip r:embed="rId3">
            <a:alphaModFix/>
          </a:blip>
          <a:stretch>
            <a:fillRect/>
          </a:stretch>
        </p:blipFill>
        <p:spPr>
          <a:xfrm>
            <a:off x="260550" y="1858000"/>
            <a:ext cx="6053775" cy="3160275"/>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p39"/>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Best Practices and Common Pitfalls</a:t>
            </a:r>
            <a:endParaRPr/>
          </a:p>
        </p:txBody>
      </p:sp>
      <p:sp>
        <p:nvSpPr>
          <p:cNvPr id="244" name="Google Shape;244;p39"/>
          <p:cNvSpPr txBox="1"/>
          <p:nvPr>
            <p:ph idx="1" type="body"/>
          </p:nvPr>
        </p:nvSpPr>
        <p:spPr>
          <a:xfrm>
            <a:off x="471900" y="1919075"/>
            <a:ext cx="8222100" cy="2710200"/>
          </a:xfrm>
          <a:prstGeom prst="rect">
            <a:avLst/>
          </a:prstGeom>
        </p:spPr>
        <p:txBody>
          <a:bodyPr anchorCtr="0" anchor="t" bIns="91425" lIns="91425" spcFirstLastPara="1" rIns="91425" wrap="square" tIns="91425">
            <a:noAutofit/>
          </a:bodyPr>
          <a:lstStyle/>
          <a:p>
            <a:pPr indent="-349250" lvl="0" marL="457200" rtl="0" algn="l">
              <a:spcBef>
                <a:spcPts val="1200"/>
              </a:spcBef>
              <a:spcAft>
                <a:spcPts val="0"/>
              </a:spcAft>
              <a:buSzPts val="1900"/>
              <a:buChar char="●"/>
            </a:pPr>
            <a:r>
              <a:rPr b="1" lang="en" sz="1900"/>
              <a:t>Best Practices</a:t>
            </a:r>
            <a:r>
              <a:rPr lang="en" sz="1900"/>
              <a:t>:</a:t>
            </a:r>
            <a:endParaRPr sz="1900"/>
          </a:p>
          <a:p>
            <a:pPr indent="-349250" lvl="1" marL="914400" rtl="0" algn="l">
              <a:spcBef>
                <a:spcPts val="0"/>
              </a:spcBef>
              <a:spcAft>
                <a:spcPts val="0"/>
              </a:spcAft>
              <a:buSzPts val="1900"/>
              <a:buChar char="○"/>
            </a:pPr>
            <a:r>
              <a:rPr lang="en" sz="1900"/>
              <a:t>Use </a:t>
            </a:r>
            <a:r>
              <a:rPr b="1" lang="en" sz="1900"/>
              <a:t>CSS Grid</a:t>
            </a:r>
            <a:r>
              <a:rPr lang="en" sz="1900"/>
              <a:t> for complex layouts with rows and columns.</a:t>
            </a:r>
            <a:endParaRPr sz="1900"/>
          </a:p>
          <a:p>
            <a:pPr indent="-349250" lvl="1" marL="914400" rtl="0" algn="l">
              <a:spcBef>
                <a:spcPts val="0"/>
              </a:spcBef>
              <a:spcAft>
                <a:spcPts val="0"/>
              </a:spcAft>
              <a:buSzPts val="1900"/>
              <a:buChar char="○"/>
            </a:pPr>
            <a:r>
              <a:rPr lang="en" sz="1900"/>
              <a:t>Use </a:t>
            </a:r>
            <a:r>
              <a:rPr b="1" lang="en" sz="1900"/>
              <a:t>Flexbox</a:t>
            </a:r>
            <a:r>
              <a:rPr lang="en" sz="1900"/>
              <a:t> for simple, one-dimensional layouts within grid items.</a:t>
            </a:r>
            <a:endParaRPr sz="1900"/>
          </a:p>
          <a:p>
            <a:pPr indent="-349250" lvl="1" marL="914400" rtl="0" algn="l">
              <a:spcBef>
                <a:spcPts val="0"/>
              </a:spcBef>
              <a:spcAft>
                <a:spcPts val="0"/>
              </a:spcAft>
              <a:buSzPts val="1900"/>
              <a:buChar char="○"/>
            </a:pPr>
            <a:r>
              <a:rPr lang="en" sz="1900"/>
              <a:t>Make use of </a:t>
            </a:r>
            <a:r>
              <a:rPr b="1" lang="en" sz="1900"/>
              <a:t>grid areas</a:t>
            </a:r>
            <a:r>
              <a:rPr lang="en" sz="1900"/>
              <a:t> to simplify layout placement.</a:t>
            </a:r>
            <a:endParaRPr sz="1900"/>
          </a:p>
          <a:p>
            <a:pPr indent="-349250" lvl="0" marL="457200" rtl="0" algn="l">
              <a:spcBef>
                <a:spcPts val="0"/>
              </a:spcBef>
              <a:spcAft>
                <a:spcPts val="0"/>
              </a:spcAft>
              <a:buSzPts val="1900"/>
              <a:buChar char="●"/>
            </a:pPr>
            <a:r>
              <a:rPr b="1" lang="en" sz="1900"/>
              <a:t>Common Pitfalls</a:t>
            </a:r>
            <a:r>
              <a:rPr lang="en" sz="1900"/>
              <a:t>:</a:t>
            </a:r>
            <a:endParaRPr sz="1900"/>
          </a:p>
          <a:p>
            <a:pPr indent="-349250" lvl="1" marL="914400" rtl="0" algn="l">
              <a:spcBef>
                <a:spcPts val="0"/>
              </a:spcBef>
              <a:spcAft>
                <a:spcPts val="0"/>
              </a:spcAft>
              <a:buSzPts val="1900"/>
              <a:buChar char="○"/>
            </a:pPr>
            <a:r>
              <a:rPr lang="en" sz="1900"/>
              <a:t>Overcomplicating layouts: Don’t use Grid for simple, one-dimensional layouts.</a:t>
            </a:r>
            <a:endParaRPr sz="1900"/>
          </a:p>
          <a:p>
            <a:pPr indent="-349250" lvl="1" marL="914400" rtl="0" algn="l">
              <a:spcBef>
                <a:spcPts val="0"/>
              </a:spcBef>
              <a:spcAft>
                <a:spcPts val="0"/>
              </a:spcAft>
              <a:buSzPts val="1900"/>
              <a:buChar char="○"/>
            </a:pPr>
            <a:r>
              <a:rPr lang="en" sz="1900"/>
              <a:t>Forgetting to add </a:t>
            </a:r>
            <a:r>
              <a:rPr b="1" lang="en" sz="1900"/>
              <a:t>grid-gap</a:t>
            </a:r>
            <a:r>
              <a:rPr lang="en" sz="1900"/>
              <a:t> to improve spacing between items.</a:t>
            </a:r>
            <a:endParaRPr sz="1900"/>
          </a:p>
          <a:p>
            <a:pPr indent="0" lvl="0" marL="0" rtl="0" algn="l">
              <a:spcBef>
                <a:spcPts val="1200"/>
              </a:spcBef>
              <a:spcAft>
                <a:spcPts val="1200"/>
              </a:spcAft>
              <a:buNone/>
            </a:pPr>
            <a:r>
              <a:t/>
            </a:r>
            <a:endParaRPr sz="2300"/>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sp>
        <p:nvSpPr>
          <p:cNvPr id="249" name="Google Shape;249;p40"/>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Real-World Example</a:t>
            </a:r>
            <a:endParaRPr/>
          </a:p>
        </p:txBody>
      </p:sp>
      <p:sp>
        <p:nvSpPr>
          <p:cNvPr id="250" name="Google Shape;250;p40"/>
          <p:cNvSpPr txBox="1"/>
          <p:nvPr>
            <p:ph idx="1" type="body"/>
          </p:nvPr>
        </p:nvSpPr>
        <p:spPr>
          <a:xfrm>
            <a:off x="471900" y="1919075"/>
            <a:ext cx="8222100" cy="2710200"/>
          </a:xfrm>
          <a:prstGeom prst="rect">
            <a:avLst/>
          </a:prstGeom>
        </p:spPr>
        <p:txBody>
          <a:bodyPr anchorCtr="0" anchor="t" bIns="91425" lIns="91425" spcFirstLastPara="1" rIns="91425" wrap="square" tIns="91425">
            <a:noAutofit/>
          </a:bodyPr>
          <a:lstStyle/>
          <a:p>
            <a:pPr indent="0" lvl="0" marL="0" rtl="0" algn="l">
              <a:spcBef>
                <a:spcPts val="1200"/>
              </a:spcBef>
              <a:spcAft>
                <a:spcPts val="0"/>
              </a:spcAft>
              <a:buNone/>
            </a:pPr>
            <a:r>
              <a:rPr b="1" lang="en" sz="1900"/>
              <a:t>Case Study</a:t>
            </a:r>
            <a:r>
              <a:rPr lang="en" sz="1900"/>
              <a:t>: An </a:t>
            </a:r>
            <a:r>
              <a:rPr b="1" lang="en" sz="1900"/>
              <a:t>online store</a:t>
            </a:r>
            <a:r>
              <a:rPr lang="en" sz="1900"/>
              <a:t> layout using CSS Grid for the main structure and Flexbox for individual product cards.</a:t>
            </a:r>
            <a:endParaRPr sz="1900"/>
          </a:p>
          <a:p>
            <a:pPr indent="-349250" lvl="0" marL="457200" rtl="0" algn="l">
              <a:spcBef>
                <a:spcPts val="1200"/>
              </a:spcBef>
              <a:spcAft>
                <a:spcPts val="0"/>
              </a:spcAft>
              <a:buSzPts val="1900"/>
              <a:buChar char="●"/>
            </a:pPr>
            <a:r>
              <a:rPr b="1" lang="en" sz="1900"/>
              <a:t>Grid Layout</a:t>
            </a:r>
            <a:r>
              <a:rPr lang="en" sz="1900"/>
              <a:t>: Dividing the page into header, sidebar, content, and footer.</a:t>
            </a:r>
            <a:endParaRPr sz="1900"/>
          </a:p>
          <a:p>
            <a:pPr indent="-349250" lvl="0" marL="457200" rtl="0" algn="l">
              <a:spcBef>
                <a:spcPts val="0"/>
              </a:spcBef>
              <a:spcAft>
                <a:spcPts val="0"/>
              </a:spcAft>
              <a:buSzPts val="1900"/>
              <a:buChar char="●"/>
            </a:pPr>
            <a:r>
              <a:rPr b="1" lang="en" sz="1900"/>
              <a:t>Flexbox Layout</a:t>
            </a:r>
            <a:r>
              <a:rPr lang="en" sz="1900"/>
              <a:t>: Aligning product images and text descriptions within product cards.</a:t>
            </a:r>
            <a:endParaRPr sz="1900"/>
          </a:p>
          <a:p>
            <a:pPr indent="0" lvl="0" marL="0" rtl="0" algn="l">
              <a:spcBef>
                <a:spcPts val="1200"/>
              </a:spcBef>
              <a:spcAft>
                <a:spcPts val="1200"/>
              </a:spcAft>
              <a:buNone/>
            </a:pPr>
            <a:r>
              <a:t/>
            </a:r>
            <a:endParaRPr sz="2300"/>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 name="Shape 254"/>
        <p:cNvGrpSpPr/>
        <p:nvPr/>
      </p:nvGrpSpPr>
      <p:grpSpPr>
        <a:xfrm>
          <a:off x="0" y="0"/>
          <a:ext cx="0" cy="0"/>
          <a:chOff x="0" y="0"/>
          <a:chExt cx="0" cy="0"/>
        </a:xfrm>
      </p:grpSpPr>
      <p:sp>
        <p:nvSpPr>
          <p:cNvPr id="255" name="Google Shape;255;p41"/>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Summary of Key Points</a:t>
            </a:r>
            <a:endParaRPr/>
          </a:p>
        </p:txBody>
      </p:sp>
      <p:sp>
        <p:nvSpPr>
          <p:cNvPr id="256" name="Google Shape;256;p41"/>
          <p:cNvSpPr txBox="1"/>
          <p:nvPr>
            <p:ph idx="1" type="body"/>
          </p:nvPr>
        </p:nvSpPr>
        <p:spPr>
          <a:xfrm>
            <a:off x="471900" y="1919075"/>
            <a:ext cx="8222100" cy="2710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2100"/>
              <a:t>CSS Grid</a:t>
            </a:r>
            <a:r>
              <a:rPr lang="en" sz="2100"/>
              <a:t>: Powerful for building two-dimensional layouts with fine control over rows, columns, and areas.</a:t>
            </a:r>
            <a:endParaRPr sz="2100"/>
          </a:p>
          <a:p>
            <a:pPr indent="0" lvl="0" marL="0" rtl="0" algn="l">
              <a:spcBef>
                <a:spcPts val="1200"/>
              </a:spcBef>
              <a:spcAft>
                <a:spcPts val="0"/>
              </a:spcAft>
              <a:buNone/>
            </a:pPr>
            <a:r>
              <a:rPr b="1" lang="en" sz="2100"/>
              <a:t>Flexbox</a:t>
            </a:r>
            <a:r>
              <a:rPr lang="en" sz="2100"/>
              <a:t>: Best suited for one-dimensional layouts, aligning content in rows or columns.</a:t>
            </a:r>
            <a:endParaRPr sz="2100"/>
          </a:p>
          <a:p>
            <a:pPr indent="0" lvl="0" marL="0" rtl="0" algn="l">
              <a:spcBef>
                <a:spcPts val="1200"/>
              </a:spcBef>
              <a:spcAft>
                <a:spcPts val="0"/>
              </a:spcAft>
              <a:buNone/>
            </a:pPr>
            <a:r>
              <a:rPr b="1" lang="en" sz="2100"/>
              <a:t>Combining Grid and Flexbox</a:t>
            </a:r>
            <a:r>
              <a:rPr lang="en" sz="2100"/>
              <a:t>: Utilize both systems together for flexible and responsive designs.</a:t>
            </a:r>
            <a:endParaRPr sz="2100"/>
          </a:p>
          <a:p>
            <a:pPr indent="0" lvl="0" marL="0" rtl="0" algn="l">
              <a:spcBef>
                <a:spcPts val="1200"/>
              </a:spcBef>
              <a:spcAft>
                <a:spcPts val="1200"/>
              </a:spcAft>
              <a:buNone/>
            </a:pPr>
            <a:r>
              <a:t/>
            </a:r>
            <a:endParaRPr sz="2500"/>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sp>
        <p:nvSpPr>
          <p:cNvPr id="261" name="Google Shape;261;p42"/>
          <p:cNvSpPr txBox="1"/>
          <p:nvPr>
            <p:ph type="title"/>
          </p:nvPr>
        </p:nvSpPr>
        <p:spPr>
          <a:xfrm>
            <a:off x="490250" y="488250"/>
            <a:ext cx="6227100" cy="4090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Coding Lab</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 name="Shape 265"/>
        <p:cNvGrpSpPr/>
        <p:nvPr/>
      </p:nvGrpSpPr>
      <p:grpSpPr>
        <a:xfrm>
          <a:off x="0" y="0"/>
          <a:ext cx="0" cy="0"/>
          <a:chOff x="0" y="0"/>
          <a:chExt cx="0" cy="0"/>
        </a:xfrm>
      </p:grpSpPr>
      <p:sp>
        <p:nvSpPr>
          <p:cNvPr id="266" name="Google Shape;266;p43"/>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Introduction to the Coding Lab</a:t>
            </a:r>
            <a:endParaRPr/>
          </a:p>
        </p:txBody>
      </p:sp>
      <p:sp>
        <p:nvSpPr>
          <p:cNvPr id="267" name="Google Shape;267;p43"/>
          <p:cNvSpPr txBox="1"/>
          <p:nvPr>
            <p:ph idx="1" type="body"/>
          </p:nvPr>
        </p:nvSpPr>
        <p:spPr>
          <a:xfrm>
            <a:off x="471900" y="1919075"/>
            <a:ext cx="8222100" cy="2710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2200"/>
              <a:t>Objective</a:t>
            </a:r>
            <a:r>
              <a:rPr lang="en" sz="2200"/>
              <a:t>: In this lab, you will create a complex layout using </a:t>
            </a:r>
            <a:r>
              <a:rPr b="1" lang="en" sz="2200"/>
              <a:t>CSS Grid</a:t>
            </a:r>
            <a:r>
              <a:rPr lang="en" sz="2200"/>
              <a:t> for the overall structure and </a:t>
            </a:r>
            <a:r>
              <a:rPr b="1" lang="en" sz="2200"/>
              <a:t>Flexbox</a:t>
            </a:r>
            <a:r>
              <a:rPr lang="en" sz="2200"/>
              <a:t> for aligning content inside grid areas.</a:t>
            </a:r>
            <a:endParaRPr sz="2200"/>
          </a:p>
          <a:p>
            <a:pPr indent="0" lvl="0" marL="0" rtl="0" algn="l">
              <a:spcBef>
                <a:spcPts val="1200"/>
              </a:spcBef>
              <a:spcAft>
                <a:spcPts val="0"/>
              </a:spcAft>
              <a:buNone/>
            </a:pPr>
            <a:r>
              <a:rPr b="1" lang="en" sz="2200"/>
              <a:t>Skills Covered</a:t>
            </a:r>
            <a:r>
              <a:rPr lang="en" sz="2200"/>
              <a:t>:</a:t>
            </a:r>
            <a:endParaRPr sz="2200"/>
          </a:p>
          <a:p>
            <a:pPr indent="-368300" lvl="0" marL="457200" rtl="0" algn="l">
              <a:spcBef>
                <a:spcPts val="1200"/>
              </a:spcBef>
              <a:spcAft>
                <a:spcPts val="0"/>
              </a:spcAft>
              <a:buSzPts val="2200"/>
              <a:buChar char="●"/>
            </a:pPr>
            <a:r>
              <a:rPr lang="en" sz="2200"/>
              <a:t>Implementing a </a:t>
            </a:r>
            <a:r>
              <a:rPr b="1" lang="en" sz="2200"/>
              <a:t>two-dimensional layout</a:t>
            </a:r>
            <a:r>
              <a:rPr lang="en" sz="2200"/>
              <a:t> using CSS Grid.</a:t>
            </a:r>
            <a:endParaRPr sz="2200"/>
          </a:p>
          <a:p>
            <a:pPr indent="-368300" lvl="0" marL="457200" rtl="0" algn="l">
              <a:spcBef>
                <a:spcPts val="0"/>
              </a:spcBef>
              <a:spcAft>
                <a:spcPts val="0"/>
              </a:spcAft>
              <a:buSzPts val="2200"/>
              <a:buChar char="●"/>
            </a:pPr>
            <a:r>
              <a:rPr lang="en" sz="2200"/>
              <a:t>Using </a:t>
            </a:r>
            <a:r>
              <a:rPr b="1" lang="en" sz="2200"/>
              <a:t>Flexbox</a:t>
            </a:r>
            <a:r>
              <a:rPr lang="en" sz="2200"/>
              <a:t> within grid items for alignment and spacing.</a:t>
            </a:r>
            <a:endParaRPr sz="2200"/>
          </a:p>
          <a:p>
            <a:pPr indent="0" lvl="0" marL="0" rtl="0" algn="l">
              <a:spcBef>
                <a:spcPts val="1200"/>
              </a:spcBef>
              <a:spcAft>
                <a:spcPts val="1200"/>
              </a:spcAft>
              <a:buNone/>
            </a:pPr>
            <a:r>
              <a:t/>
            </a:r>
            <a:endParaRPr sz="2600"/>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1" name="Shape 271"/>
        <p:cNvGrpSpPr/>
        <p:nvPr/>
      </p:nvGrpSpPr>
      <p:grpSpPr>
        <a:xfrm>
          <a:off x="0" y="0"/>
          <a:ext cx="0" cy="0"/>
          <a:chOff x="0" y="0"/>
          <a:chExt cx="0" cy="0"/>
        </a:xfrm>
      </p:grpSpPr>
      <p:sp>
        <p:nvSpPr>
          <p:cNvPr id="272" name="Google Shape;272;p44"/>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Task 1 - Create HTML</a:t>
            </a:r>
            <a:endParaRPr/>
          </a:p>
        </p:txBody>
      </p:sp>
      <p:sp>
        <p:nvSpPr>
          <p:cNvPr id="273" name="Google Shape;273;p44"/>
          <p:cNvSpPr txBox="1"/>
          <p:nvPr>
            <p:ph idx="1" type="body"/>
          </p:nvPr>
        </p:nvSpPr>
        <p:spPr>
          <a:xfrm>
            <a:off x="471900" y="1919075"/>
            <a:ext cx="8222100" cy="2710200"/>
          </a:xfrm>
          <a:prstGeom prst="rect">
            <a:avLst/>
          </a:prstGeom>
        </p:spPr>
        <p:txBody>
          <a:bodyPr anchorCtr="0" anchor="t" bIns="91425" lIns="91425" spcFirstLastPara="1" rIns="91425" wrap="square" tIns="91425">
            <a:noAutofit/>
          </a:bodyPr>
          <a:lstStyle/>
          <a:p>
            <a:pPr indent="0" lvl="0" marL="0" rtl="0" algn="l">
              <a:spcBef>
                <a:spcPts val="1200"/>
              </a:spcBef>
              <a:spcAft>
                <a:spcPts val="0"/>
              </a:spcAft>
              <a:buNone/>
            </a:pPr>
            <a:r>
              <a:rPr lang="en" sz="2700">
                <a:solidFill>
                  <a:srgbClr val="000000"/>
                </a:solidFill>
              </a:rPr>
              <a:t>We begin by setting up the basic HTML structure. This includes a </a:t>
            </a:r>
            <a:r>
              <a:rPr lang="en" sz="2700">
                <a:solidFill>
                  <a:srgbClr val="188038"/>
                </a:solidFill>
                <a:latin typeface="Roboto Mono"/>
                <a:ea typeface="Roboto Mono"/>
                <a:cs typeface="Roboto Mono"/>
                <a:sym typeface="Roboto Mono"/>
              </a:rPr>
              <a:t>&lt;head&gt;</a:t>
            </a:r>
            <a:r>
              <a:rPr lang="en" sz="2700">
                <a:solidFill>
                  <a:srgbClr val="000000"/>
                </a:solidFill>
              </a:rPr>
              <a:t> section for metadata and a </a:t>
            </a:r>
            <a:r>
              <a:rPr lang="en" sz="2700">
                <a:solidFill>
                  <a:srgbClr val="188038"/>
                </a:solidFill>
                <a:latin typeface="Roboto Mono"/>
                <a:ea typeface="Roboto Mono"/>
                <a:cs typeface="Roboto Mono"/>
                <a:sym typeface="Roboto Mono"/>
              </a:rPr>
              <a:t>&lt;body&gt;</a:t>
            </a:r>
            <a:r>
              <a:rPr lang="en" sz="2700">
                <a:solidFill>
                  <a:srgbClr val="000000"/>
                </a:solidFill>
              </a:rPr>
              <a:t> section for content. We will focus on creating a layout structure using a grid container and individual grid items.</a:t>
            </a:r>
            <a:endParaRPr sz="2700">
              <a:solidFill>
                <a:srgbClr val="000000"/>
              </a:solidFill>
            </a:endParaRPr>
          </a:p>
          <a:p>
            <a:pPr indent="0" lvl="0" marL="0" rtl="0" algn="l">
              <a:spcBef>
                <a:spcPts val="1200"/>
              </a:spcBef>
              <a:spcAft>
                <a:spcPts val="1200"/>
              </a:spcAft>
              <a:buNone/>
            </a:pPr>
            <a:r>
              <a:t/>
            </a:r>
            <a:endParaRPr sz="3100"/>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p45"/>
          <p:cNvSpPr txBox="1"/>
          <p:nvPr>
            <p:ph idx="1" type="body"/>
          </p:nvPr>
        </p:nvSpPr>
        <p:spPr>
          <a:xfrm>
            <a:off x="57150" y="4696825"/>
            <a:ext cx="8382000" cy="446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Within &lt;body&gt;&lt;/body&gt; tags</a:t>
            </a:r>
            <a:endParaRPr/>
          </a:p>
        </p:txBody>
      </p:sp>
      <p:pic>
        <p:nvPicPr>
          <p:cNvPr id="279" name="Google Shape;279;p45"/>
          <p:cNvPicPr preferRelativeResize="0"/>
          <p:nvPr/>
        </p:nvPicPr>
        <p:blipFill>
          <a:blip r:embed="rId3">
            <a:alphaModFix/>
          </a:blip>
          <a:stretch>
            <a:fillRect/>
          </a:stretch>
        </p:blipFill>
        <p:spPr>
          <a:xfrm>
            <a:off x="592025" y="69800"/>
            <a:ext cx="7567625" cy="4489650"/>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3" name="Shape 283"/>
        <p:cNvGrpSpPr/>
        <p:nvPr/>
      </p:nvGrpSpPr>
      <p:grpSpPr>
        <a:xfrm>
          <a:off x="0" y="0"/>
          <a:ext cx="0" cy="0"/>
          <a:chOff x="0" y="0"/>
          <a:chExt cx="0" cy="0"/>
        </a:xfrm>
      </p:grpSpPr>
      <p:sp>
        <p:nvSpPr>
          <p:cNvPr id="284" name="Google Shape;284;p46"/>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Task </a:t>
            </a:r>
            <a:r>
              <a:rPr lang="en"/>
              <a:t>2 - Setting Up the CSS Grid</a:t>
            </a:r>
            <a:endParaRPr/>
          </a:p>
        </p:txBody>
      </p:sp>
      <p:sp>
        <p:nvSpPr>
          <p:cNvPr id="285" name="Google Shape;285;p46"/>
          <p:cNvSpPr txBox="1"/>
          <p:nvPr>
            <p:ph idx="1" type="body"/>
          </p:nvPr>
        </p:nvSpPr>
        <p:spPr>
          <a:xfrm>
            <a:off x="471900" y="1919075"/>
            <a:ext cx="8222100" cy="2710200"/>
          </a:xfrm>
          <a:prstGeom prst="rect">
            <a:avLst/>
          </a:prstGeom>
        </p:spPr>
        <p:txBody>
          <a:bodyPr anchorCtr="0" anchor="t" bIns="91425" lIns="91425" spcFirstLastPara="1" rIns="91425" wrap="square" tIns="91425">
            <a:normAutofit/>
          </a:bodyPr>
          <a:lstStyle/>
          <a:p>
            <a:pPr indent="0" lvl="0" marL="0" rtl="0" algn="l">
              <a:spcBef>
                <a:spcPts val="1200"/>
              </a:spcBef>
              <a:spcAft>
                <a:spcPts val="0"/>
              </a:spcAft>
              <a:buNone/>
            </a:pPr>
            <a:r>
              <a:rPr lang="en" sz="2100"/>
              <a:t>Next, we will write the CSS code to define how these elements should be arranged on the page using CSS Grid.</a:t>
            </a:r>
            <a:endParaRPr sz="2100"/>
          </a:p>
          <a:p>
            <a:pPr indent="0" lvl="0" marL="0" rtl="0" algn="l">
              <a:spcBef>
                <a:spcPts val="1200"/>
              </a:spcBef>
              <a:spcAft>
                <a:spcPts val="0"/>
              </a:spcAft>
              <a:buNone/>
            </a:pPr>
            <a:r>
              <a:rPr lang="en" sz="2100"/>
              <a:t>Create a </a:t>
            </a:r>
            <a:r>
              <a:rPr lang="en" sz="2100">
                <a:solidFill>
                  <a:srgbClr val="188038"/>
                </a:solidFill>
                <a:latin typeface="Roboto Mono"/>
                <a:ea typeface="Roboto Mono"/>
                <a:cs typeface="Roboto Mono"/>
                <a:sym typeface="Roboto Mono"/>
              </a:rPr>
              <a:t>style.css</a:t>
            </a:r>
            <a:r>
              <a:rPr lang="en" sz="2100"/>
              <a:t> file and add the following CSS code:</a:t>
            </a:r>
            <a:endParaRPr sz="2100"/>
          </a:p>
          <a:p>
            <a:pPr indent="0" lvl="0" marL="0" rtl="0" algn="l">
              <a:spcBef>
                <a:spcPts val="1200"/>
              </a:spcBef>
              <a:spcAft>
                <a:spcPts val="1200"/>
              </a:spcAft>
              <a:buNone/>
            </a:pPr>
            <a:r>
              <a:t/>
            </a:r>
            <a:endParaRPr sz="2500"/>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9" name="Shape 289"/>
        <p:cNvGrpSpPr/>
        <p:nvPr/>
      </p:nvGrpSpPr>
      <p:grpSpPr>
        <a:xfrm>
          <a:off x="0" y="0"/>
          <a:ext cx="0" cy="0"/>
          <a:chOff x="0" y="0"/>
          <a:chExt cx="0" cy="0"/>
        </a:xfrm>
      </p:grpSpPr>
      <p:pic>
        <p:nvPicPr>
          <p:cNvPr id="290" name="Google Shape;290;p47"/>
          <p:cNvPicPr preferRelativeResize="0"/>
          <p:nvPr/>
        </p:nvPicPr>
        <p:blipFill>
          <a:blip r:embed="rId3">
            <a:alphaModFix/>
          </a:blip>
          <a:stretch>
            <a:fillRect/>
          </a:stretch>
        </p:blipFill>
        <p:spPr>
          <a:xfrm>
            <a:off x="152400" y="152400"/>
            <a:ext cx="7650050" cy="4548675"/>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4" name="Shape 294"/>
        <p:cNvGrpSpPr/>
        <p:nvPr/>
      </p:nvGrpSpPr>
      <p:grpSpPr>
        <a:xfrm>
          <a:off x="0" y="0"/>
          <a:ext cx="0" cy="0"/>
          <a:chOff x="0" y="0"/>
          <a:chExt cx="0" cy="0"/>
        </a:xfrm>
      </p:grpSpPr>
      <p:sp>
        <p:nvSpPr>
          <p:cNvPr id="295" name="Google Shape;295;p48"/>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Task </a:t>
            </a:r>
            <a:r>
              <a:rPr lang="en"/>
              <a:t>3 - Styling the Grid Items</a:t>
            </a:r>
            <a:endParaRPr/>
          </a:p>
        </p:txBody>
      </p:sp>
      <p:sp>
        <p:nvSpPr>
          <p:cNvPr id="296" name="Google Shape;296;p48"/>
          <p:cNvSpPr txBox="1"/>
          <p:nvPr>
            <p:ph idx="1" type="body"/>
          </p:nvPr>
        </p:nvSpPr>
        <p:spPr>
          <a:xfrm>
            <a:off x="471900" y="1919075"/>
            <a:ext cx="8222100" cy="27102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sz="2600"/>
              <a:t>Next, let’s style the individual grid items. Each grid item is represented by a </a:t>
            </a:r>
            <a:r>
              <a:rPr lang="en" sz="2600">
                <a:solidFill>
                  <a:srgbClr val="188038"/>
                </a:solidFill>
                <a:latin typeface="Roboto Mono"/>
                <a:ea typeface="Roboto Mono"/>
                <a:cs typeface="Roboto Mono"/>
                <a:sym typeface="Roboto Mono"/>
              </a:rPr>
              <a:t>&lt;div&gt;</a:t>
            </a:r>
            <a:r>
              <a:rPr lang="en" sz="2600"/>
              <a:t> element inside the grid container. We’ll add some basic styling like background color, padding, and font size.</a:t>
            </a:r>
            <a:endParaRPr sz="3000"/>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0" name="Shape 300"/>
        <p:cNvGrpSpPr/>
        <p:nvPr/>
      </p:nvGrpSpPr>
      <p:grpSpPr>
        <a:xfrm>
          <a:off x="0" y="0"/>
          <a:ext cx="0" cy="0"/>
          <a:chOff x="0" y="0"/>
          <a:chExt cx="0" cy="0"/>
        </a:xfrm>
      </p:grpSpPr>
      <p:pic>
        <p:nvPicPr>
          <p:cNvPr id="301" name="Google Shape;301;p49"/>
          <p:cNvPicPr preferRelativeResize="0"/>
          <p:nvPr/>
        </p:nvPicPr>
        <p:blipFill>
          <a:blip r:embed="rId3">
            <a:alphaModFix/>
          </a:blip>
          <a:stretch>
            <a:fillRect/>
          </a:stretch>
        </p:blipFill>
        <p:spPr>
          <a:xfrm>
            <a:off x="185162" y="1288050"/>
            <a:ext cx="8773675" cy="3590250"/>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5" name="Shape 305"/>
        <p:cNvGrpSpPr/>
        <p:nvPr/>
      </p:nvGrpSpPr>
      <p:grpSpPr>
        <a:xfrm>
          <a:off x="0" y="0"/>
          <a:ext cx="0" cy="0"/>
          <a:chOff x="0" y="0"/>
          <a:chExt cx="0" cy="0"/>
        </a:xfrm>
      </p:grpSpPr>
      <p:sp>
        <p:nvSpPr>
          <p:cNvPr id="306" name="Google Shape;306;p50"/>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Task 4 - </a:t>
            </a:r>
            <a:r>
              <a:rPr lang="en"/>
              <a:t>Assigning Grid Areas to Each Item</a:t>
            </a:r>
            <a:endParaRPr/>
          </a:p>
        </p:txBody>
      </p:sp>
      <p:sp>
        <p:nvSpPr>
          <p:cNvPr id="307" name="Google Shape;307;p50"/>
          <p:cNvSpPr txBox="1"/>
          <p:nvPr>
            <p:ph idx="1" type="body"/>
          </p:nvPr>
        </p:nvSpPr>
        <p:spPr>
          <a:xfrm>
            <a:off x="471900" y="1919075"/>
            <a:ext cx="8222100" cy="2710200"/>
          </a:xfrm>
          <a:prstGeom prst="rect">
            <a:avLst/>
          </a:prstGeom>
        </p:spPr>
        <p:txBody>
          <a:bodyPr anchorCtr="0" anchor="t" bIns="91425" lIns="91425" spcFirstLastPara="1" rIns="91425" wrap="square" tIns="91425">
            <a:normAutofit/>
          </a:bodyPr>
          <a:lstStyle/>
          <a:p>
            <a:pPr indent="0" lvl="0" marL="0" rtl="0" algn="l">
              <a:spcBef>
                <a:spcPts val="1200"/>
              </a:spcBef>
              <a:spcAft>
                <a:spcPts val="1200"/>
              </a:spcAft>
              <a:buNone/>
            </a:pPr>
            <a:r>
              <a:rPr lang="en" sz="2800"/>
              <a:t>To ensure each item is placed in the correct area, we will use the </a:t>
            </a:r>
            <a:r>
              <a:rPr lang="en" sz="2800">
                <a:solidFill>
                  <a:srgbClr val="188038"/>
                </a:solidFill>
                <a:latin typeface="Roboto Mono"/>
                <a:ea typeface="Roboto Mono"/>
                <a:cs typeface="Roboto Mono"/>
                <a:sym typeface="Roboto Mono"/>
              </a:rPr>
              <a:t>grid-area</a:t>
            </a:r>
            <a:r>
              <a:rPr lang="en" sz="2800"/>
              <a:t> property. This allows us to assign specific names to the areas inside the grid layout.</a:t>
            </a:r>
            <a:endParaRPr b="1" sz="3700"/>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1" name="Shape 311"/>
        <p:cNvGrpSpPr/>
        <p:nvPr/>
      </p:nvGrpSpPr>
      <p:grpSpPr>
        <a:xfrm>
          <a:off x="0" y="0"/>
          <a:ext cx="0" cy="0"/>
          <a:chOff x="0" y="0"/>
          <a:chExt cx="0" cy="0"/>
        </a:xfrm>
      </p:grpSpPr>
      <p:pic>
        <p:nvPicPr>
          <p:cNvPr id="312" name="Google Shape;312;p51"/>
          <p:cNvPicPr preferRelativeResize="0"/>
          <p:nvPr/>
        </p:nvPicPr>
        <p:blipFill>
          <a:blip r:embed="rId3">
            <a:alphaModFix/>
          </a:blip>
          <a:stretch>
            <a:fillRect/>
          </a:stretch>
        </p:blipFill>
        <p:spPr>
          <a:xfrm>
            <a:off x="234825" y="784350"/>
            <a:ext cx="7695450" cy="3874075"/>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6" name="Shape 316"/>
        <p:cNvGrpSpPr/>
        <p:nvPr/>
      </p:nvGrpSpPr>
      <p:grpSpPr>
        <a:xfrm>
          <a:off x="0" y="0"/>
          <a:ext cx="0" cy="0"/>
          <a:chOff x="0" y="0"/>
          <a:chExt cx="0" cy="0"/>
        </a:xfrm>
      </p:grpSpPr>
      <p:sp>
        <p:nvSpPr>
          <p:cNvPr id="317" name="Google Shape;317;p52"/>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Task 5 - </a:t>
            </a:r>
            <a:r>
              <a:rPr lang="en"/>
              <a:t>Testing Responsiveness</a:t>
            </a:r>
            <a:endParaRPr/>
          </a:p>
        </p:txBody>
      </p:sp>
      <p:sp>
        <p:nvSpPr>
          <p:cNvPr id="318" name="Google Shape;318;p52"/>
          <p:cNvSpPr txBox="1"/>
          <p:nvPr>
            <p:ph idx="1" type="body"/>
          </p:nvPr>
        </p:nvSpPr>
        <p:spPr>
          <a:xfrm>
            <a:off x="471900" y="1919075"/>
            <a:ext cx="8222100" cy="2710200"/>
          </a:xfrm>
          <a:prstGeom prst="rect">
            <a:avLst/>
          </a:prstGeom>
        </p:spPr>
        <p:txBody>
          <a:bodyPr anchorCtr="0" anchor="t" bIns="91425" lIns="91425" spcFirstLastPara="1" rIns="91425" wrap="square" tIns="91425">
            <a:normAutofit/>
          </a:bodyPr>
          <a:lstStyle/>
          <a:p>
            <a:pPr indent="0" lvl="0" marL="0" rtl="0" algn="l">
              <a:spcBef>
                <a:spcPts val="1200"/>
              </a:spcBef>
              <a:spcAft>
                <a:spcPts val="1200"/>
              </a:spcAft>
              <a:buNone/>
            </a:pPr>
            <a:r>
              <a:rPr lang="en" sz="2500"/>
              <a:t>To ensure that the grid layout works well on different screen sizes, you can add some responsiveness to the grid layout. For example, you can use media queries to modify the layout for smaller screens.</a:t>
            </a:r>
            <a:endParaRPr sz="2500"/>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2" name="Shape 322"/>
        <p:cNvGrpSpPr/>
        <p:nvPr/>
      </p:nvGrpSpPr>
      <p:grpSpPr>
        <a:xfrm>
          <a:off x="0" y="0"/>
          <a:ext cx="0" cy="0"/>
          <a:chOff x="0" y="0"/>
          <a:chExt cx="0" cy="0"/>
        </a:xfrm>
      </p:grpSpPr>
      <p:pic>
        <p:nvPicPr>
          <p:cNvPr id="323" name="Google Shape;323;p53"/>
          <p:cNvPicPr preferRelativeResize="0"/>
          <p:nvPr/>
        </p:nvPicPr>
        <p:blipFill>
          <a:blip r:embed="rId3">
            <a:alphaModFix/>
          </a:blip>
          <a:stretch>
            <a:fillRect/>
          </a:stretch>
        </p:blipFill>
        <p:spPr>
          <a:xfrm>
            <a:off x="152400" y="152400"/>
            <a:ext cx="6605850" cy="4639625"/>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7" name="Shape 327"/>
        <p:cNvGrpSpPr/>
        <p:nvPr/>
      </p:nvGrpSpPr>
      <p:grpSpPr>
        <a:xfrm>
          <a:off x="0" y="0"/>
          <a:ext cx="0" cy="0"/>
          <a:chOff x="0" y="0"/>
          <a:chExt cx="0" cy="0"/>
        </a:xfrm>
      </p:grpSpPr>
      <p:pic>
        <p:nvPicPr>
          <p:cNvPr id="328" name="Google Shape;328;p54"/>
          <p:cNvPicPr preferRelativeResize="0"/>
          <p:nvPr/>
        </p:nvPicPr>
        <p:blipFill>
          <a:blip r:embed="rId3">
            <a:alphaModFix/>
          </a:blip>
          <a:stretch>
            <a:fillRect/>
          </a:stretch>
        </p:blipFill>
        <p:spPr>
          <a:xfrm>
            <a:off x="139400" y="1846725"/>
            <a:ext cx="9084974" cy="3049825"/>
          </a:xfrm>
          <a:prstGeom prst="rect">
            <a:avLst/>
          </a:prstGeom>
          <a:noFill/>
          <a:ln>
            <a:noFill/>
          </a:ln>
        </p:spPr>
      </p:pic>
      <p:sp>
        <p:nvSpPr>
          <p:cNvPr id="329" name="Google Shape;329;p54"/>
          <p:cNvSpPr txBox="1"/>
          <p:nvPr>
            <p:ph type="title"/>
          </p:nvPr>
        </p:nvSpPr>
        <p:spPr>
          <a:xfrm>
            <a:off x="226078" y="357800"/>
            <a:ext cx="2808000" cy="9534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None/>
            </a:pPr>
            <a:r>
              <a:rPr lang="en"/>
              <a:t>DESKTOP View </a:t>
            </a:r>
            <a:endParaRPr/>
          </a:p>
          <a:p>
            <a:pPr indent="0" lvl="0" marL="0" rtl="0" algn="l">
              <a:spcBef>
                <a:spcPts val="0"/>
              </a:spcBef>
              <a:spcAft>
                <a:spcPts val="0"/>
              </a:spcAft>
              <a:buNone/>
            </a:pPr>
            <a:r>
              <a:rPr lang="en"/>
              <a:t>Screen Size &gt; 768PX </a:t>
            </a:r>
            <a:endParaRPr/>
          </a:p>
        </p:txBody>
      </p:sp>
      <p:sp>
        <p:nvSpPr>
          <p:cNvPr id="330" name="Google Shape;330;p54"/>
          <p:cNvSpPr txBox="1"/>
          <p:nvPr>
            <p:ph idx="1" type="body"/>
          </p:nvPr>
        </p:nvSpPr>
        <p:spPr>
          <a:xfrm>
            <a:off x="226075" y="1465800"/>
            <a:ext cx="2808000" cy="31635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4" name="Shape 334"/>
        <p:cNvGrpSpPr/>
        <p:nvPr/>
      </p:nvGrpSpPr>
      <p:grpSpPr>
        <a:xfrm>
          <a:off x="0" y="0"/>
          <a:ext cx="0" cy="0"/>
          <a:chOff x="0" y="0"/>
          <a:chExt cx="0" cy="0"/>
        </a:xfrm>
      </p:grpSpPr>
      <p:pic>
        <p:nvPicPr>
          <p:cNvPr id="335" name="Google Shape;335;p55"/>
          <p:cNvPicPr preferRelativeResize="0"/>
          <p:nvPr/>
        </p:nvPicPr>
        <p:blipFill>
          <a:blip r:embed="rId3">
            <a:alphaModFix/>
          </a:blip>
          <a:stretch>
            <a:fillRect/>
          </a:stretch>
        </p:blipFill>
        <p:spPr>
          <a:xfrm>
            <a:off x="3357700" y="921700"/>
            <a:ext cx="5736026" cy="4327500"/>
          </a:xfrm>
          <a:prstGeom prst="rect">
            <a:avLst/>
          </a:prstGeom>
          <a:noFill/>
          <a:ln>
            <a:noFill/>
          </a:ln>
        </p:spPr>
      </p:pic>
      <p:sp>
        <p:nvSpPr>
          <p:cNvPr id="336" name="Google Shape;336;p55"/>
          <p:cNvSpPr txBox="1"/>
          <p:nvPr>
            <p:ph type="title"/>
          </p:nvPr>
        </p:nvSpPr>
        <p:spPr>
          <a:xfrm>
            <a:off x="226078" y="357800"/>
            <a:ext cx="2808000" cy="9534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None/>
            </a:pPr>
            <a:r>
              <a:rPr lang="en"/>
              <a:t>MOBILE </a:t>
            </a:r>
            <a:r>
              <a:rPr lang="en"/>
              <a:t>View </a:t>
            </a:r>
            <a:endParaRPr/>
          </a:p>
          <a:p>
            <a:pPr indent="0" lvl="0" marL="0" rtl="0" algn="l">
              <a:spcBef>
                <a:spcPts val="0"/>
              </a:spcBef>
              <a:spcAft>
                <a:spcPts val="0"/>
              </a:spcAft>
              <a:buNone/>
            </a:pPr>
            <a:r>
              <a:rPr lang="en"/>
              <a:t>Screen Size &lt; 768PX </a:t>
            </a:r>
            <a:endParaRPr/>
          </a:p>
        </p:txBody>
      </p:sp>
      <p:sp>
        <p:nvSpPr>
          <p:cNvPr id="337" name="Google Shape;337;p55"/>
          <p:cNvSpPr txBox="1"/>
          <p:nvPr>
            <p:ph idx="1" type="body"/>
          </p:nvPr>
        </p:nvSpPr>
        <p:spPr>
          <a:xfrm>
            <a:off x="226075" y="1465800"/>
            <a:ext cx="2808000" cy="31635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1" name="Shape 341"/>
        <p:cNvGrpSpPr/>
        <p:nvPr/>
      </p:nvGrpSpPr>
      <p:grpSpPr>
        <a:xfrm>
          <a:off x="0" y="0"/>
          <a:ext cx="0" cy="0"/>
          <a:chOff x="0" y="0"/>
          <a:chExt cx="0" cy="0"/>
        </a:xfrm>
      </p:grpSpPr>
      <p:sp>
        <p:nvSpPr>
          <p:cNvPr id="342" name="Google Shape;342;p56"/>
          <p:cNvSpPr txBox="1"/>
          <p:nvPr>
            <p:ph type="title"/>
          </p:nvPr>
        </p:nvSpPr>
        <p:spPr>
          <a:xfrm>
            <a:off x="460950" y="2065350"/>
            <a:ext cx="8222100" cy="1012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Q &amp; A Session</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6" name="Shape 346"/>
        <p:cNvGrpSpPr/>
        <p:nvPr/>
      </p:nvGrpSpPr>
      <p:grpSpPr>
        <a:xfrm>
          <a:off x="0" y="0"/>
          <a:ext cx="0" cy="0"/>
          <a:chOff x="0" y="0"/>
          <a:chExt cx="0" cy="0"/>
        </a:xfrm>
      </p:grpSpPr>
      <p:sp>
        <p:nvSpPr>
          <p:cNvPr id="347" name="Google Shape;347;p57"/>
          <p:cNvSpPr txBox="1"/>
          <p:nvPr>
            <p:ph type="title"/>
          </p:nvPr>
        </p:nvSpPr>
        <p:spPr>
          <a:xfrm>
            <a:off x="490250" y="488250"/>
            <a:ext cx="6227100" cy="4090800"/>
          </a:xfrm>
          <a:prstGeom prst="rect">
            <a:avLst/>
          </a:prstGeom>
        </p:spPr>
        <p:txBody>
          <a:bodyPr anchorCtr="0" anchor="ctr" bIns="91425" lIns="91425" spcFirstLastPara="1" rIns="91425" wrap="square" tIns="91425">
            <a:normAutofit fontScale="90000"/>
          </a:bodyPr>
          <a:lstStyle/>
          <a:p>
            <a:pPr indent="0" lvl="0" marL="0" rtl="0" algn="l">
              <a:spcBef>
                <a:spcPts val="0"/>
              </a:spcBef>
              <a:spcAft>
                <a:spcPts val="0"/>
              </a:spcAft>
              <a:buNone/>
            </a:pPr>
            <a:r>
              <a:rPr lang="en"/>
              <a:t>https://github.com/CODE-CRUNCH-CLUB/C8-CRUNCH-LABS-WEB-DEV</a:t>
            </a:r>
            <a:endParaRPr/>
          </a:p>
        </p:txBody>
      </p:sp>
      <p:pic>
        <p:nvPicPr>
          <p:cNvPr id="348" name="Google Shape;348;p57"/>
          <p:cNvPicPr preferRelativeResize="0"/>
          <p:nvPr/>
        </p:nvPicPr>
        <p:blipFill>
          <a:blip r:embed="rId3">
            <a:alphaModFix/>
          </a:blip>
          <a:stretch>
            <a:fillRect/>
          </a:stretch>
        </p:blipFill>
        <p:spPr>
          <a:xfrm>
            <a:off x="6768125" y="2716325"/>
            <a:ext cx="2121850" cy="2121850"/>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53" name="Shape 353"/>
        <p:cNvGrpSpPr/>
        <p:nvPr/>
      </p:nvGrpSpPr>
      <p:grpSpPr>
        <a:xfrm>
          <a:off x="0" y="0"/>
          <a:ext cx="0" cy="0"/>
          <a:chOff x="0" y="0"/>
          <a:chExt cx="0" cy="0"/>
        </a:xfrm>
      </p:grpSpPr>
      <p:sp>
        <p:nvSpPr>
          <p:cNvPr id="354" name="Google Shape;354;p58"/>
          <p:cNvSpPr/>
          <p:nvPr/>
        </p:nvSpPr>
        <p:spPr>
          <a:xfrm>
            <a:off x="0" y="0"/>
            <a:ext cx="9144000" cy="5143500"/>
          </a:xfrm>
          <a:prstGeom prst="rect">
            <a:avLst/>
          </a:prstGeom>
          <a:solidFill>
            <a:schemeClr val="lt1"/>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latin typeface="Arial"/>
              <a:ea typeface="Arial"/>
              <a:cs typeface="Arial"/>
              <a:sym typeface="Arial"/>
            </a:endParaRPr>
          </a:p>
        </p:txBody>
      </p:sp>
      <p:sp>
        <p:nvSpPr>
          <p:cNvPr id="355" name="Google Shape;355;p58"/>
          <p:cNvSpPr/>
          <p:nvPr/>
        </p:nvSpPr>
        <p:spPr>
          <a:xfrm>
            <a:off x="0" y="0"/>
            <a:ext cx="3668100" cy="5143500"/>
          </a:xfrm>
          <a:prstGeom prst="rect">
            <a:avLst/>
          </a:prstGeom>
          <a:solidFill>
            <a:srgbClr val="000000"/>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356" name="Google Shape;356;p58"/>
          <p:cNvSpPr txBox="1"/>
          <p:nvPr>
            <p:ph type="title"/>
          </p:nvPr>
        </p:nvSpPr>
        <p:spPr>
          <a:xfrm>
            <a:off x="630113" y="2525831"/>
            <a:ext cx="2400300" cy="8661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chemeClr val="lt1"/>
              </a:buClr>
              <a:buSzPts val="3300"/>
              <a:buFont typeface="Play"/>
              <a:buNone/>
            </a:pPr>
            <a:r>
              <a:rPr lang="en">
                <a:solidFill>
                  <a:schemeClr val="lt1"/>
                </a:solidFill>
              </a:rPr>
              <a:t>Attendance</a:t>
            </a:r>
            <a:endParaRPr>
              <a:solidFill>
                <a:schemeClr val="lt1"/>
              </a:solidFill>
            </a:endParaRPr>
          </a:p>
        </p:txBody>
      </p:sp>
      <p:grpSp>
        <p:nvGrpSpPr>
          <p:cNvPr id="357" name="Google Shape;357;p58"/>
          <p:cNvGrpSpPr/>
          <p:nvPr/>
        </p:nvGrpSpPr>
        <p:grpSpPr>
          <a:xfrm>
            <a:off x="0" y="152182"/>
            <a:ext cx="1432688" cy="532245"/>
            <a:chOff x="2267504" y="2540250"/>
            <a:chExt cx="1990951" cy="739640"/>
          </a:xfrm>
        </p:grpSpPr>
        <p:sp>
          <p:nvSpPr>
            <p:cNvPr id="358" name="Google Shape;358;p58"/>
            <p:cNvSpPr/>
            <p:nvPr/>
          </p:nvSpPr>
          <p:spPr>
            <a:xfrm>
              <a:off x="2267504" y="2540250"/>
              <a:ext cx="1990951" cy="286230"/>
            </a:xfrm>
            <a:custGeom>
              <a:rect b="b" l="l" r="r" t="t"/>
              <a:pathLst>
                <a:path extrusionOk="0" h="286230" w="1990951">
                  <a:moveTo>
                    <a:pt x="1489414" y="286231"/>
                  </a:moveTo>
                  <a:lnTo>
                    <a:pt x="1243712" y="40528"/>
                  </a:lnTo>
                  <a:lnTo>
                    <a:pt x="995476" y="286231"/>
                  </a:lnTo>
                  <a:lnTo>
                    <a:pt x="749773" y="40528"/>
                  </a:lnTo>
                  <a:lnTo>
                    <a:pt x="504071" y="286231"/>
                  </a:lnTo>
                  <a:lnTo>
                    <a:pt x="255835" y="40528"/>
                  </a:lnTo>
                  <a:lnTo>
                    <a:pt x="20264" y="276099"/>
                  </a:lnTo>
                  <a:lnTo>
                    <a:pt x="0" y="255835"/>
                  </a:lnTo>
                  <a:lnTo>
                    <a:pt x="255835" y="0"/>
                  </a:lnTo>
                  <a:lnTo>
                    <a:pt x="504071" y="245703"/>
                  </a:lnTo>
                  <a:lnTo>
                    <a:pt x="749773" y="0"/>
                  </a:lnTo>
                  <a:lnTo>
                    <a:pt x="995476" y="245703"/>
                  </a:lnTo>
                  <a:lnTo>
                    <a:pt x="1243712" y="0"/>
                  </a:lnTo>
                  <a:lnTo>
                    <a:pt x="1489414" y="245703"/>
                  </a:lnTo>
                  <a:lnTo>
                    <a:pt x="1735117" y="0"/>
                  </a:lnTo>
                  <a:lnTo>
                    <a:pt x="1990952" y="255835"/>
                  </a:lnTo>
                  <a:lnTo>
                    <a:pt x="1973221" y="276099"/>
                  </a:lnTo>
                  <a:lnTo>
                    <a:pt x="1735117" y="40528"/>
                  </a:lnTo>
                  <a:close/>
                </a:path>
              </a:pathLst>
            </a:custGeom>
            <a:solidFill>
              <a:schemeClr val="lt1"/>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359" name="Google Shape;359;p58"/>
            <p:cNvSpPr/>
            <p:nvPr/>
          </p:nvSpPr>
          <p:spPr>
            <a:xfrm>
              <a:off x="2267504" y="2993660"/>
              <a:ext cx="1990951" cy="286230"/>
            </a:xfrm>
            <a:custGeom>
              <a:rect b="b" l="l" r="r" t="t"/>
              <a:pathLst>
                <a:path extrusionOk="0" h="286230" w="1990951">
                  <a:moveTo>
                    <a:pt x="1489414" y="286231"/>
                  </a:moveTo>
                  <a:lnTo>
                    <a:pt x="1243712" y="40528"/>
                  </a:lnTo>
                  <a:lnTo>
                    <a:pt x="995476" y="286231"/>
                  </a:lnTo>
                  <a:lnTo>
                    <a:pt x="749773" y="40528"/>
                  </a:lnTo>
                  <a:lnTo>
                    <a:pt x="504071" y="286231"/>
                  </a:lnTo>
                  <a:lnTo>
                    <a:pt x="255835" y="40528"/>
                  </a:lnTo>
                  <a:lnTo>
                    <a:pt x="20264" y="276099"/>
                  </a:lnTo>
                  <a:lnTo>
                    <a:pt x="0" y="258368"/>
                  </a:lnTo>
                  <a:lnTo>
                    <a:pt x="255835" y="0"/>
                  </a:lnTo>
                  <a:lnTo>
                    <a:pt x="504071" y="248236"/>
                  </a:lnTo>
                  <a:lnTo>
                    <a:pt x="749773" y="0"/>
                  </a:lnTo>
                  <a:lnTo>
                    <a:pt x="995476" y="248236"/>
                  </a:lnTo>
                  <a:lnTo>
                    <a:pt x="1243712" y="0"/>
                  </a:lnTo>
                  <a:lnTo>
                    <a:pt x="1489414" y="248236"/>
                  </a:lnTo>
                  <a:lnTo>
                    <a:pt x="1735117" y="0"/>
                  </a:lnTo>
                  <a:lnTo>
                    <a:pt x="1990952" y="258368"/>
                  </a:lnTo>
                  <a:lnTo>
                    <a:pt x="1973221" y="276099"/>
                  </a:lnTo>
                  <a:lnTo>
                    <a:pt x="1735117" y="40528"/>
                  </a:lnTo>
                  <a:close/>
                </a:path>
              </a:pathLst>
            </a:custGeom>
            <a:solidFill>
              <a:schemeClr val="lt1"/>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grpSp>
      <p:sp>
        <p:nvSpPr>
          <p:cNvPr id="360" name="Google Shape;360;p58"/>
          <p:cNvSpPr/>
          <p:nvPr/>
        </p:nvSpPr>
        <p:spPr>
          <a:xfrm>
            <a:off x="304695" y="3564156"/>
            <a:ext cx="273900" cy="273900"/>
          </a:xfrm>
          <a:prstGeom prst="ellipse">
            <a:avLst/>
          </a:prstGeom>
          <a:solidFill>
            <a:srgbClr val="FFFFFF"/>
          </a:solidFill>
          <a:ln cap="flat" cmpd="sng" w="28575">
            <a:solidFill>
              <a:srgbClr val="FFFFFF"/>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361" name="Google Shape;361;p58"/>
          <p:cNvSpPr/>
          <p:nvPr/>
        </p:nvSpPr>
        <p:spPr>
          <a:xfrm>
            <a:off x="304695" y="3564156"/>
            <a:ext cx="273900" cy="273900"/>
          </a:xfrm>
          <a:prstGeom prst="ellipse">
            <a:avLst/>
          </a:prstGeom>
          <a:solidFill>
            <a:schemeClr val="accent6">
              <a:alpha val="29409"/>
            </a:schemeClr>
          </a:solidFill>
          <a:ln cap="flat" cmpd="sng" w="28575">
            <a:solidFill>
              <a:schemeClr val="lt1"/>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grpSp>
        <p:nvGrpSpPr>
          <p:cNvPr id="362" name="Google Shape;362;p58"/>
          <p:cNvGrpSpPr/>
          <p:nvPr/>
        </p:nvGrpSpPr>
        <p:grpSpPr>
          <a:xfrm>
            <a:off x="3082210" y="4154929"/>
            <a:ext cx="731373" cy="731374"/>
            <a:chOff x="5829300" y="3162300"/>
            <a:chExt cx="532256" cy="532257"/>
          </a:xfrm>
        </p:grpSpPr>
        <p:sp>
          <p:nvSpPr>
            <p:cNvPr id="363" name="Google Shape;363;p58"/>
            <p:cNvSpPr/>
            <p:nvPr/>
          </p:nvSpPr>
          <p:spPr>
            <a:xfrm>
              <a:off x="5859208" y="3192208"/>
              <a:ext cx="112966" cy="112966"/>
            </a:xfrm>
            <a:custGeom>
              <a:rect b="b" l="l" r="r" t="t"/>
              <a:pathLst>
                <a:path extrusionOk="0" h="112966" w="112966">
                  <a:moveTo>
                    <a:pt x="112967" y="0"/>
                  </a:moveTo>
                  <a:lnTo>
                    <a:pt x="0" y="112967"/>
                  </a:lnTo>
                  <a:cubicBezTo>
                    <a:pt x="25356" y="64747"/>
                    <a:pt x="64747" y="25356"/>
                    <a:pt x="112967" y="0"/>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364" name="Google Shape;364;p58"/>
            <p:cNvSpPr/>
            <p:nvPr/>
          </p:nvSpPr>
          <p:spPr>
            <a:xfrm>
              <a:off x="5831205" y="3164205"/>
              <a:ext cx="230314" cy="230314"/>
            </a:xfrm>
            <a:custGeom>
              <a:rect b="b" l="l" r="r" t="t"/>
              <a:pathLst>
                <a:path extrusionOk="0" h="230314" w="230314">
                  <a:moveTo>
                    <a:pt x="230314" y="0"/>
                  </a:moveTo>
                  <a:lnTo>
                    <a:pt x="0" y="230314"/>
                  </a:lnTo>
                  <a:cubicBezTo>
                    <a:pt x="953" y="223361"/>
                    <a:pt x="2095" y="216408"/>
                    <a:pt x="3524" y="209550"/>
                  </a:cubicBezTo>
                  <a:lnTo>
                    <a:pt x="209550" y="3524"/>
                  </a:lnTo>
                  <a:cubicBezTo>
                    <a:pt x="216408" y="2095"/>
                    <a:pt x="223361" y="953"/>
                    <a:pt x="230314" y="0"/>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365" name="Google Shape;365;p58"/>
            <p:cNvSpPr/>
            <p:nvPr/>
          </p:nvSpPr>
          <p:spPr>
            <a:xfrm>
              <a:off x="5829300" y="3162300"/>
              <a:ext cx="294131" cy="294131"/>
            </a:xfrm>
            <a:custGeom>
              <a:rect b="b" l="l" r="r" t="t"/>
              <a:pathLst>
                <a:path extrusionOk="0" h="294131" w="294131">
                  <a:moveTo>
                    <a:pt x="294132" y="1238"/>
                  </a:moveTo>
                  <a:lnTo>
                    <a:pt x="1238" y="294132"/>
                  </a:lnTo>
                  <a:cubicBezTo>
                    <a:pt x="667" y="288893"/>
                    <a:pt x="0" y="283559"/>
                    <a:pt x="0" y="278225"/>
                  </a:cubicBezTo>
                  <a:lnTo>
                    <a:pt x="278225" y="0"/>
                  </a:lnTo>
                  <a:cubicBezTo>
                    <a:pt x="283559" y="0"/>
                    <a:pt x="288893" y="667"/>
                    <a:pt x="294132" y="1238"/>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366" name="Google Shape;366;p58"/>
            <p:cNvSpPr/>
            <p:nvPr/>
          </p:nvSpPr>
          <p:spPr>
            <a:xfrm>
              <a:off x="5837205" y="3170110"/>
              <a:ext cx="337184" cy="337280"/>
            </a:xfrm>
            <a:custGeom>
              <a:rect b="b" l="l" r="r" t="t"/>
              <a:pathLst>
                <a:path extrusionOk="0" h="337280" w="337184">
                  <a:moveTo>
                    <a:pt x="337185" y="3905"/>
                  </a:moveTo>
                  <a:lnTo>
                    <a:pt x="3810" y="337280"/>
                  </a:lnTo>
                  <a:cubicBezTo>
                    <a:pt x="2381" y="332899"/>
                    <a:pt x="1143" y="328422"/>
                    <a:pt x="0" y="323850"/>
                  </a:cubicBezTo>
                  <a:lnTo>
                    <a:pt x="323850" y="0"/>
                  </a:lnTo>
                  <a:cubicBezTo>
                    <a:pt x="328327" y="1715"/>
                    <a:pt x="332804" y="2477"/>
                    <a:pt x="337185" y="3905"/>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367" name="Google Shape;367;p58"/>
            <p:cNvSpPr/>
            <p:nvPr/>
          </p:nvSpPr>
          <p:spPr>
            <a:xfrm>
              <a:off x="5853207" y="3186207"/>
              <a:ext cx="364617" cy="364617"/>
            </a:xfrm>
            <a:custGeom>
              <a:rect b="b" l="l" r="r" t="t"/>
              <a:pathLst>
                <a:path extrusionOk="0" h="364617" w="364617">
                  <a:moveTo>
                    <a:pt x="364617" y="5620"/>
                  </a:moveTo>
                  <a:lnTo>
                    <a:pt x="5620" y="364617"/>
                  </a:lnTo>
                  <a:cubicBezTo>
                    <a:pt x="3620" y="360902"/>
                    <a:pt x="1715" y="357092"/>
                    <a:pt x="0" y="353187"/>
                  </a:cubicBezTo>
                  <a:lnTo>
                    <a:pt x="353187" y="0"/>
                  </a:lnTo>
                  <a:cubicBezTo>
                    <a:pt x="357092" y="1715"/>
                    <a:pt x="360902" y="3715"/>
                    <a:pt x="364617" y="5620"/>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368" name="Google Shape;368;p58"/>
            <p:cNvSpPr/>
            <p:nvPr/>
          </p:nvSpPr>
          <p:spPr>
            <a:xfrm>
              <a:off x="5875305" y="3208305"/>
              <a:ext cx="380238" cy="380238"/>
            </a:xfrm>
            <a:custGeom>
              <a:rect b="b" l="l" r="r" t="t"/>
              <a:pathLst>
                <a:path extrusionOk="0" h="380238" w="380238">
                  <a:moveTo>
                    <a:pt x="380238" y="7239"/>
                  </a:moveTo>
                  <a:lnTo>
                    <a:pt x="7239" y="380238"/>
                  </a:lnTo>
                  <a:cubicBezTo>
                    <a:pt x="4763" y="377000"/>
                    <a:pt x="2381" y="373571"/>
                    <a:pt x="0" y="370713"/>
                  </a:cubicBezTo>
                  <a:lnTo>
                    <a:pt x="370237" y="0"/>
                  </a:lnTo>
                  <a:cubicBezTo>
                    <a:pt x="373571" y="2381"/>
                    <a:pt x="377000" y="4763"/>
                    <a:pt x="380238" y="7239"/>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369" name="Google Shape;369;p58"/>
            <p:cNvSpPr/>
            <p:nvPr/>
          </p:nvSpPr>
          <p:spPr>
            <a:xfrm>
              <a:off x="5902832" y="3235832"/>
              <a:ext cx="385191" cy="385191"/>
            </a:xfrm>
            <a:custGeom>
              <a:rect b="b" l="l" r="r" t="t"/>
              <a:pathLst>
                <a:path extrusionOk="0" h="385191" w="385191">
                  <a:moveTo>
                    <a:pt x="380905" y="4286"/>
                  </a:moveTo>
                  <a:lnTo>
                    <a:pt x="385191" y="8573"/>
                  </a:lnTo>
                  <a:lnTo>
                    <a:pt x="8573" y="385191"/>
                  </a:lnTo>
                  <a:lnTo>
                    <a:pt x="4286" y="380905"/>
                  </a:lnTo>
                  <a:cubicBezTo>
                    <a:pt x="2762" y="379476"/>
                    <a:pt x="1334" y="377952"/>
                    <a:pt x="0" y="376523"/>
                  </a:cubicBezTo>
                  <a:lnTo>
                    <a:pt x="376523" y="0"/>
                  </a:lnTo>
                  <a:cubicBezTo>
                    <a:pt x="377952" y="1334"/>
                    <a:pt x="379476" y="2667"/>
                    <a:pt x="380905" y="4286"/>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370" name="Google Shape;370;p58"/>
            <p:cNvSpPr/>
            <p:nvPr/>
          </p:nvSpPr>
          <p:spPr>
            <a:xfrm>
              <a:off x="5935789" y="3268313"/>
              <a:ext cx="379761" cy="380237"/>
            </a:xfrm>
            <a:custGeom>
              <a:rect b="b" l="l" r="r" t="t"/>
              <a:pathLst>
                <a:path extrusionOk="0" h="380237" w="379761">
                  <a:moveTo>
                    <a:pt x="372428" y="0"/>
                  </a:moveTo>
                  <a:cubicBezTo>
                    <a:pt x="374999" y="3239"/>
                    <a:pt x="377381" y="6572"/>
                    <a:pt x="379762" y="9525"/>
                  </a:cubicBezTo>
                  <a:lnTo>
                    <a:pt x="9525" y="380238"/>
                  </a:lnTo>
                  <a:cubicBezTo>
                    <a:pt x="6096" y="377857"/>
                    <a:pt x="2762" y="375476"/>
                    <a:pt x="0" y="372904"/>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371" name="Google Shape;371;p58"/>
            <p:cNvSpPr/>
            <p:nvPr/>
          </p:nvSpPr>
          <p:spPr>
            <a:xfrm>
              <a:off x="5972841" y="3305841"/>
              <a:ext cx="364807" cy="364807"/>
            </a:xfrm>
            <a:custGeom>
              <a:rect b="b" l="l" r="r" t="t"/>
              <a:pathLst>
                <a:path extrusionOk="0" h="364807" w="364807">
                  <a:moveTo>
                    <a:pt x="359188" y="0"/>
                  </a:moveTo>
                  <a:cubicBezTo>
                    <a:pt x="361188" y="3905"/>
                    <a:pt x="362998" y="7715"/>
                    <a:pt x="364808" y="11621"/>
                  </a:cubicBezTo>
                  <a:lnTo>
                    <a:pt x="11621" y="364808"/>
                  </a:lnTo>
                  <a:cubicBezTo>
                    <a:pt x="7715" y="362998"/>
                    <a:pt x="3905" y="361188"/>
                    <a:pt x="0" y="359188"/>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372" name="Google Shape;372;p58"/>
            <p:cNvSpPr/>
            <p:nvPr/>
          </p:nvSpPr>
          <p:spPr>
            <a:xfrm>
              <a:off x="6016370" y="3349466"/>
              <a:ext cx="337280" cy="337280"/>
            </a:xfrm>
            <a:custGeom>
              <a:rect b="b" l="l" r="r" t="t"/>
              <a:pathLst>
                <a:path extrusionOk="0" h="337280" w="337280">
                  <a:moveTo>
                    <a:pt x="333470" y="0"/>
                  </a:moveTo>
                  <a:cubicBezTo>
                    <a:pt x="334899" y="4382"/>
                    <a:pt x="336137" y="8858"/>
                    <a:pt x="337280" y="13430"/>
                  </a:cubicBezTo>
                  <a:lnTo>
                    <a:pt x="13430" y="337280"/>
                  </a:lnTo>
                  <a:cubicBezTo>
                    <a:pt x="8858" y="336137"/>
                    <a:pt x="4382" y="334899"/>
                    <a:pt x="0" y="333470"/>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373" name="Google Shape;373;p58"/>
            <p:cNvSpPr/>
            <p:nvPr/>
          </p:nvSpPr>
          <p:spPr>
            <a:xfrm>
              <a:off x="6067329" y="3400425"/>
              <a:ext cx="294227" cy="294132"/>
            </a:xfrm>
            <a:custGeom>
              <a:rect b="b" l="l" r="r" t="t"/>
              <a:pathLst>
                <a:path extrusionOk="0" h="294132" w="294227">
                  <a:moveTo>
                    <a:pt x="292989" y="0"/>
                  </a:moveTo>
                  <a:cubicBezTo>
                    <a:pt x="293561" y="5334"/>
                    <a:pt x="293942" y="10668"/>
                    <a:pt x="294227" y="15907"/>
                  </a:cubicBezTo>
                  <a:lnTo>
                    <a:pt x="15907" y="294132"/>
                  </a:lnTo>
                  <a:cubicBezTo>
                    <a:pt x="10668" y="294132"/>
                    <a:pt x="5334" y="293465"/>
                    <a:pt x="0" y="292894"/>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374" name="Google Shape;374;p58"/>
            <p:cNvSpPr/>
            <p:nvPr/>
          </p:nvSpPr>
          <p:spPr>
            <a:xfrm>
              <a:off x="6129337" y="3462337"/>
              <a:ext cx="230314" cy="230314"/>
            </a:xfrm>
            <a:custGeom>
              <a:rect b="b" l="l" r="r" t="t"/>
              <a:pathLst>
                <a:path extrusionOk="0" h="230314" w="230314">
                  <a:moveTo>
                    <a:pt x="230315" y="0"/>
                  </a:moveTo>
                  <a:cubicBezTo>
                    <a:pt x="229457" y="6953"/>
                    <a:pt x="228314" y="13716"/>
                    <a:pt x="226886" y="20574"/>
                  </a:cubicBezTo>
                  <a:lnTo>
                    <a:pt x="20669" y="226790"/>
                  </a:lnTo>
                  <a:cubicBezTo>
                    <a:pt x="13811" y="228314"/>
                    <a:pt x="6953" y="229457"/>
                    <a:pt x="0" y="230315"/>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375" name="Google Shape;375;p58"/>
            <p:cNvSpPr/>
            <p:nvPr/>
          </p:nvSpPr>
          <p:spPr>
            <a:xfrm>
              <a:off x="6218682" y="3551682"/>
              <a:ext cx="112871" cy="112871"/>
            </a:xfrm>
            <a:custGeom>
              <a:rect b="b" l="l" r="r" t="t"/>
              <a:pathLst>
                <a:path extrusionOk="0" h="112871" w="112871">
                  <a:moveTo>
                    <a:pt x="112871" y="0"/>
                  </a:moveTo>
                  <a:cubicBezTo>
                    <a:pt x="87618" y="48239"/>
                    <a:pt x="48239" y="87618"/>
                    <a:pt x="0" y="112871"/>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grpSp>
      <p:grpSp>
        <p:nvGrpSpPr>
          <p:cNvPr id="376" name="Google Shape;376;p58"/>
          <p:cNvGrpSpPr/>
          <p:nvPr/>
        </p:nvGrpSpPr>
        <p:grpSpPr>
          <a:xfrm>
            <a:off x="4057984" y="366431"/>
            <a:ext cx="4836551" cy="4392555"/>
            <a:chOff x="-73494" y="11035"/>
            <a:chExt cx="6448735" cy="5856740"/>
          </a:xfrm>
        </p:grpSpPr>
        <p:sp>
          <p:nvSpPr>
            <p:cNvPr id="377" name="Google Shape;377;p58"/>
            <p:cNvSpPr/>
            <p:nvPr/>
          </p:nvSpPr>
          <p:spPr>
            <a:xfrm>
              <a:off x="-73494" y="11035"/>
              <a:ext cx="6301500" cy="1233000"/>
            </a:xfrm>
            <a:prstGeom prst="roundRect">
              <a:avLst>
                <a:gd fmla="val 10000" name="adj"/>
              </a:avLst>
            </a:prstGeom>
            <a:solidFill>
              <a:srgbClr val="F2F2F2"/>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latin typeface="Arial"/>
                <a:ea typeface="Arial"/>
                <a:cs typeface="Arial"/>
                <a:sym typeface="Arial"/>
              </a:endParaRPr>
            </a:p>
          </p:txBody>
        </p:sp>
        <p:sp>
          <p:nvSpPr>
            <p:cNvPr id="378" name="Google Shape;378;p58"/>
            <p:cNvSpPr/>
            <p:nvPr/>
          </p:nvSpPr>
          <p:spPr>
            <a:xfrm>
              <a:off x="299486" y="288460"/>
              <a:ext cx="678000" cy="678000"/>
            </a:xfrm>
            <a:prstGeom prst="rect">
              <a:avLst/>
            </a:prstGeom>
            <a:blipFill rotWithShape="1">
              <a:blip r:embed="rId3">
                <a:alphaModFix/>
              </a:blip>
              <a:stretch>
                <a:fillRect b="0" l="0" r="0" t="0"/>
              </a:stretch>
            </a:blip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latin typeface="Arial"/>
                <a:ea typeface="Arial"/>
                <a:cs typeface="Arial"/>
                <a:sym typeface="Arial"/>
              </a:endParaRPr>
            </a:p>
          </p:txBody>
        </p:sp>
        <p:sp>
          <p:nvSpPr>
            <p:cNvPr id="379" name="Google Shape;379;p58"/>
            <p:cNvSpPr/>
            <p:nvPr/>
          </p:nvSpPr>
          <p:spPr>
            <a:xfrm>
              <a:off x="1350617" y="11035"/>
              <a:ext cx="4874700" cy="1233000"/>
            </a:xfrm>
            <a:prstGeom prst="rect">
              <a:avLst/>
            </a:prstGeom>
            <a:no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latin typeface="Arial"/>
                <a:ea typeface="Arial"/>
                <a:cs typeface="Arial"/>
                <a:sym typeface="Arial"/>
              </a:endParaRPr>
            </a:p>
          </p:txBody>
        </p:sp>
        <p:sp>
          <p:nvSpPr>
            <p:cNvPr id="380" name="Google Shape;380;p58"/>
            <p:cNvSpPr txBox="1"/>
            <p:nvPr/>
          </p:nvSpPr>
          <p:spPr>
            <a:xfrm>
              <a:off x="1350617" y="11035"/>
              <a:ext cx="4874700" cy="1233000"/>
            </a:xfrm>
            <a:prstGeom prst="rect">
              <a:avLst/>
            </a:prstGeom>
            <a:noFill/>
            <a:ln>
              <a:noFill/>
            </a:ln>
          </p:spPr>
          <p:txBody>
            <a:bodyPr anchorCtr="0" anchor="ctr" bIns="97850" lIns="97850" spcFirstLastPara="1" rIns="97850" wrap="square" tIns="97850">
              <a:noAutofit/>
            </a:bodyPr>
            <a:lstStyle/>
            <a:p>
              <a:pPr indent="0" lvl="0" marL="0" marR="0" rtl="0" algn="l">
                <a:lnSpc>
                  <a:spcPct val="100000"/>
                </a:lnSpc>
                <a:spcBef>
                  <a:spcPts val="0"/>
                </a:spcBef>
                <a:spcAft>
                  <a:spcPts val="0"/>
                </a:spcAft>
                <a:buClr>
                  <a:schemeClr val="dk1"/>
                </a:buClr>
                <a:buSzPts val="1800"/>
                <a:buFont typeface="Arial"/>
                <a:buNone/>
              </a:pPr>
              <a:r>
                <a:rPr b="0" i="0" lang="en" sz="1800" u="none" cap="none" strike="noStrike">
                  <a:latin typeface="Arial"/>
                  <a:ea typeface="Arial"/>
                  <a:cs typeface="Arial"/>
                  <a:sym typeface="Arial"/>
                </a:rPr>
                <a:t>Join us for the next sessions</a:t>
              </a:r>
              <a:endParaRPr b="0" i="0" sz="1100" u="none" cap="none" strike="noStrike">
                <a:latin typeface="Arial"/>
                <a:ea typeface="Arial"/>
                <a:cs typeface="Arial"/>
                <a:sym typeface="Arial"/>
              </a:endParaRPr>
            </a:p>
          </p:txBody>
        </p:sp>
        <p:sp>
          <p:nvSpPr>
            <p:cNvPr id="381" name="Google Shape;381;p58"/>
            <p:cNvSpPr/>
            <p:nvPr/>
          </p:nvSpPr>
          <p:spPr>
            <a:xfrm>
              <a:off x="-73494" y="1552282"/>
              <a:ext cx="6301500" cy="1233000"/>
            </a:xfrm>
            <a:prstGeom prst="roundRect">
              <a:avLst>
                <a:gd fmla="val 10000" name="adj"/>
              </a:avLst>
            </a:prstGeom>
            <a:solidFill>
              <a:srgbClr val="F2F2F2"/>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latin typeface="Arial"/>
                <a:ea typeface="Arial"/>
                <a:cs typeface="Arial"/>
                <a:sym typeface="Arial"/>
              </a:endParaRPr>
            </a:p>
          </p:txBody>
        </p:sp>
        <p:sp>
          <p:nvSpPr>
            <p:cNvPr id="382" name="Google Shape;382;p58"/>
            <p:cNvSpPr/>
            <p:nvPr/>
          </p:nvSpPr>
          <p:spPr>
            <a:xfrm>
              <a:off x="299486" y="1829706"/>
              <a:ext cx="678000" cy="678000"/>
            </a:xfrm>
            <a:prstGeom prst="rect">
              <a:avLst/>
            </a:prstGeom>
            <a:blipFill rotWithShape="1">
              <a:blip r:embed="rId4">
                <a:alphaModFix/>
              </a:blip>
              <a:stretch>
                <a:fillRect b="0" l="0" r="0" t="0"/>
              </a:stretch>
            </a:blip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latin typeface="Arial"/>
                <a:ea typeface="Arial"/>
                <a:cs typeface="Arial"/>
                <a:sym typeface="Arial"/>
              </a:endParaRPr>
            </a:p>
          </p:txBody>
        </p:sp>
        <p:sp>
          <p:nvSpPr>
            <p:cNvPr id="383" name="Google Shape;383;p58"/>
            <p:cNvSpPr/>
            <p:nvPr/>
          </p:nvSpPr>
          <p:spPr>
            <a:xfrm>
              <a:off x="1350617" y="1552282"/>
              <a:ext cx="4874700" cy="1233000"/>
            </a:xfrm>
            <a:prstGeom prst="rect">
              <a:avLst/>
            </a:prstGeom>
            <a:no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latin typeface="Arial"/>
                <a:ea typeface="Arial"/>
                <a:cs typeface="Arial"/>
                <a:sym typeface="Arial"/>
              </a:endParaRPr>
            </a:p>
          </p:txBody>
        </p:sp>
        <p:sp>
          <p:nvSpPr>
            <p:cNvPr id="384" name="Google Shape;384;p58"/>
            <p:cNvSpPr txBox="1"/>
            <p:nvPr/>
          </p:nvSpPr>
          <p:spPr>
            <a:xfrm>
              <a:off x="1350617" y="1552282"/>
              <a:ext cx="4874700" cy="1233000"/>
            </a:xfrm>
            <a:prstGeom prst="rect">
              <a:avLst/>
            </a:prstGeom>
            <a:noFill/>
            <a:ln>
              <a:noFill/>
            </a:ln>
          </p:spPr>
          <p:txBody>
            <a:bodyPr anchorCtr="0" anchor="ctr" bIns="97850" lIns="97850" spcFirstLastPara="1" rIns="97850" wrap="square" tIns="97850">
              <a:noAutofit/>
            </a:bodyPr>
            <a:lstStyle/>
            <a:p>
              <a:pPr indent="0" lvl="0" marL="0" marR="0" rtl="0" algn="l">
                <a:lnSpc>
                  <a:spcPct val="100000"/>
                </a:lnSpc>
                <a:spcBef>
                  <a:spcPts val="400"/>
                </a:spcBef>
                <a:spcAft>
                  <a:spcPts val="0"/>
                </a:spcAft>
                <a:buClr>
                  <a:schemeClr val="dk1"/>
                </a:buClr>
                <a:buSzPts val="1200"/>
                <a:buFont typeface="Arial"/>
                <a:buNone/>
              </a:pPr>
              <a:r>
                <a:rPr b="1" lang="en" sz="1200"/>
                <a:t>Check our schedule on Discord “Schedule” Channel</a:t>
              </a:r>
              <a:endParaRPr b="0" i="0" sz="1100" u="none" cap="none" strike="noStrike">
                <a:latin typeface="Arial"/>
                <a:ea typeface="Arial"/>
                <a:cs typeface="Arial"/>
                <a:sym typeface="Arial"/>
              </a:endParaRPr>
            </a:p>
          </p:txBody>
        </p:sp>
        <p:sp>
          <p:nvSpPr>
            <p:cNvPr id="385" name="Google Shape;385;p58"/>
            <p:cNvSpPr/>
            <p:nvPr/>
          </p:nvSpPr>
          <p:spPr>
            <a:xfrm>
              <a:off x="-73494" y="3093529"/>
              <a:ext cx="6301500" cy="1233000"/>
            </a:xfrm>
            <a:prstGeom prst="roundRect">
              <a:avLst>
                <a:gd fmla="val 10000" name="adj"/>
              </a:avLst>
            </a:prstGeom>
            <a:solidFill>
              <a:srgbClr val="F2F2F2"/>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latin typeface="Arial"/>
                <a:ea typeface="Arial"/>
                <a:cs typeface="Arial"/>
                <a:sym typeface="Arial"/>
              </a:endParaRPr>
            </a:p>
          </p:txBody>
        </p:sp>
        <p:sp>
          <p:nvSpPr>
            <p:cNvPr id="386" name="Google Shape;386;p58"/>
            <p:cNvSpPr/>
            <p:nvPr/>
          </p:nvSpPr>
          <p:spPr>
            <a:xfrm>
              <a:off x="299486" y="3370953"/>
              <a:ext cx="678000" cy="678000"/>
            </a:xfrm>
            <a:prstGeom prst="rect">
              <a:avLst/>
            </a:prstGeom>
            <a:blipFill rotWithShape="1">
              <a:blip r:embed="rId5">
                <a:alphaModFix/>
              </a:blip>
              <a:stretch>
                <a:fillRect b="0" l="0" r="0" t="0"/>
              </a:stretch>
            </a:blip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latin typeface="Arial"/>
                <a:ea typeface="Arial"/>
                <a:cs typeface="Arial"/>
                <a:sym typeface="Arial"/>
              </a:endParaRPr>
            </a:p>
          </p:txBody>
        </p:sp>
        <p:sp>
          <p:nvSpPr>
            <p:cNvPr id="387" name="Google Shape;387;p58"/>
            <p:cNvSpPr/>
            <p:nvPr/>
          </p:nvSpPr>
          <p:spPr>
            <a:xfrm>
              <a:off x="1350617" y="3093529"/>
              <a:ext cx="4874700" cy="1233000"/>
            </a:xfrm>
            <a:prstGeom prst="rect">
              <a:avLst/>
            </a:prstGeom>
            <a:no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latin typeface="Arial"/>
                <a:ea typeface="Arial"/>
                <a:cs typeface="Arial"/>
                <a:sym typeface="Arial"/>
              </a:endParaRPr>
            </a:p>
          </p:txBody>
        </p:sp>
        <p:sp>
          <p:nvSpPr>
            <p:cNvPr id="388" name="Google Shape;388;p58"/>
            <p:cNvSpPr txBox="1"/>
            <p:nvPr/>
          </p:nvSpPr>
          <p:spPr>
            <a:xfrm>
              <a:off x="1350617" y="3093529"/>
              <a:ext cx="4874700" cy="1233000"/>
            </a:xfrm>
            <a:prstGeom prst="rect">
              <a:avLst/>
            </a:prstGeom>
            <a:noFill/>
            <a:ln>
              <a:noFill/>
            </a:ln>
          </p:spPr>
          <p:txBody>
            <a:bodyPr anchorCtr="0" anchor="ctr" bIns="97850" lIns="97850" spcFirstLastPara="1" rIns="97850" wrap="square" tIns="97850">
              <a:noAutofit/>
            </a:bodyPr>
            <a:lstStyle/>
            <a:p>
              <a:pPr indent="0" lvl="0" marL="0" marR="0" rtl="0" algn="l">
                <a:lnSpc>
                  <a:spcPct val="100000"/>
                </a:lnSpc>
                <a:spcBef>
                  <a:spcPts val="0"/>
                </a:spcBef>
                <a:spcAft>
                  <a:spcPts val="0"/>
                </a:spcAft>
                <a:buClr>
                  <a:schemeClr val="dk1"/>
                </a:buClr>
                <a:buSzPts val="2100"/>
                <a:buFont typeface="Arial"/>
                <a:buNone/>
              </a:pPr>
              <a:r>
                <a:rPr b="0" i="0" lang="en" sz="2100" u="none" cap="none" strike="noStrike">
                  <a:latin typeface="Arial"/>
                  <a:ea typeface="Arial"/>
                  <a:cs typeface="Arial"/>
                  <a:sym typeface="Arial"/>
                </a:rPr>
                <a:t>RSVP lu.ma/CODECRUNCH</a:t>
              </a:r>
              <a:endParaRPr b="0" i="0" sz="1100" u="none" cap="none" strike="noStrike">
                <a:latin typeface="Arial"/>
                <a:ea typeface="Arial"/>
                <a:cs typeface="Arial"/>
                <a:sym typeface="Arial"/>
              </a:endParaRPr>
            </a:p>
          </p:txBody>
        </p:sp>
        <p:sp>
          <p:nvSpPr>
            <p:cNvPr id="389" name="Google Shape;389;p58"/>
            <p:cNvSpPr/>
            <p:nvPr/>
          </p:nvSpPr>
          <p:spPr>
            <a:xfrm>
              <a:off x="-73494" y="4634775"/>
              <a:ext cx="6301500" cy="1233000"/>
            </a:xfrm>
            <a:prstGeom prst="roundRect">
              <a:avLst>
                <a:gd fmla="val 10000" name="adj"/>
              </a:avLst>
            </a:prstGeom>
            <a:solidFill>
              <a:srgbClr val="F2F2F2"/>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latin typeface="Arial"/>
                <a:ea typeface="Arial"/>
                <a:cs typeface="Arial"/>
                <a:sym typeface="Arial"/>
              </a:endParaRPr>
            </a:p>
          </p:txBody>
        </p:sp>
        <p:sp>
          <p:nvSpPr>
            <p:cNvPr id="390" name="Google Shape;390;p58"/>
            <p:cNvSpPr/>
            <p:nvPr/>
          </p:nvSpPr>
          <p:spPr>
            <a:xfrm>
              <a:off x="299486" y="4912200"/>
              <a:ext cx="678000" cy="678000"/>
            </a:xfrm>
            <a:prstGeom prst="rect">
              <a:avLst/>
            </a:prstGeom>
            <a:blipFill rotWithShape="1">
              <a:blip r:embed="rId6">
                <a:alphaModFix/>
              </a:blip>
              <a:stretch>
                <a:fillRect b="0" l="0" r="0" t="0"/>
              </a:stretch>
            </a:blipFill>
            <a:ln cap="flat" cmpd="sng" w="19050">
              <a:solidFill>
                <a:schemeClr val="lt1">
                  <a:alpha val="0"/>
                </a:schemeClr>
              </a:solidFill>
              <a:prstDash val="solid"/>
              <a:miter lim="800000"/>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latin typeface="Arial"/>
                <a:ea typeface="Arial"/>
                <a:cs typeface="Arial"/>
                <a:sym typeface="Arial"/>
              </a:endParaRPr>
            </a:p>
          </p:txBody>
        </p:sp>
        <p:sp>
          <p:nvSpPr>
            <p:cNvPr id="391" name="Google Shape;391;p58"/>
            <p:cNvSpPr/>
            <p:nvPr/>
          </p:nvSpPr>
          <p:spPr>
            <a:xfrm>
              <a:off x="1200841" y="4634775"/>
              <a:ext cx="5174400" cy="1233000"/>
            </a:xfrm>
            <a:prstGeom prst="rect">
              <a:avLst/>
            </a:prstGeom>
            <a:no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latin typeface="Arial"/>
                <a:ea typeface="Arial"/>
                <a:cs typeface="Arial"/>
                <a:sym typeface="Arial"/>
              </a:endParaRPr>
            </a:p>
          </p:txBody>
        </p:sp>
        <p:sp>
          <p:nvSpPr>
            <p:cNvPr id="392" name="Google Shape;392;p58"/>
            <p:cNvSpPr txBox="1"/>
            <p:nvPr/>
          </p:nvSpPr>
          <p:spPr>
            <a:xfrm>
              <a:off x="1200841" y="4634775"/>
              <a:ext cx="5174400" cy="1233000"/>
            </a:xfrm>
            <a:prstGeom prst="rect">
              <a:avLst/>
            </a:prstGeom>
            <a:noFill/>
            <a:ln>
              <a:noFill/>
            </a:ln>
          </p:spPr>
          <p:txBody>
            <a:bodyPr anchorCtr="0" anchor="ctr" bIns="97850" lIns="97850" spcFirstLastPara="1" rIns="97850" wrap="square" tIns="97850">
              <a:noAutofit/>
            </a:bodyPr>
            <a:lstStyle/>
            <a:p>
              <a:pPr indent="0" lvl="0" marL="0" marR="0" rtl="0" algn="l">
                <a:lnSpc>
                  <a:spcPct val="100000"/>
                </a:lnSpc>
                <a:spcBef>
                  <a:spcPts val="0"/>
                </a:spcBef>
                <a:spcAft>
                  <a:spcPts val="0"/>
                </a:spcAft>
                <a:buClr>
                  <a:schemeClr val="dk1"/>
                </a:buClr>
                <a:buSzPts val="1400"/>
                <a:buFont typeface="Arial"/>
                <a:buNone/>
              </a:pPr>
              <a:r>
                <a:rPr b="0" i="0" lang="en" sz="1400" u="none" cap="none" strike="noStrike">
                  <a:latin typeface="Arial"/>
                  <a:ea typeface="Arial"/>
                  <a:cs typeface="Arial"/>
                  <a:sym typeface="Arial"/>
                </a:rPr>
                <a:t>Your feedback helps us improve. Share your thoughts!</a:t>
              </a:r>
              <a:br>
                <a:rPr b="0" i="0" lang="en" sz="1400" u="none" cap="none" strike="noStrike">
                  <a:latin typeface="Arial"/>
                  <a:ea typeface="Arial"/>
                  <a:cs typeface="Arial"/>
                  <a:sym typeface="Arial"/>
                </a:rPr>
              </a:br>
              <a:r>
                <a:rPr b="1" i="0" lang="en" sz="1400" u="none" cap="none" strike="noStrike">
                  <a:latin typeface="Arial"/>
                  <a:ea typeface="Arial"/>
                  <a:cs typeface="Arial"/>
                  <a:sym typeface="Arial"/>
                </a:rPr>
                <a:t>Go to our website: </a:t>
              </a:r>
              <a:r>
                <a:rPr b="0" i="0" lang="en" sz="1400" u="none" cap="none" strike="noStrike">
                  <a:latin typeface="Arial"/>
                  <a:ea typeface="Arial"/>
                  <a:cs typeface="Arial"/>
                  <a:sym typeface="Arial"/>
                </a:rPr>
                <a:t>go.fiu.edu/codecrunch</a:t>
              </a:r>
              <a:endParaRPr b="0" i="0" sz="1400" u="none" cap="none" strike="noStrike">
                <a:latin typeface="Arial"/>
                <a:ea typeface="Arial"/>
                <a:cs typeface="Arial"/>
                <a:sym typeface="Arial"/>
              </a:endParaRPr>
            </a:p>
          </p:txBody>
        </p:sp>
      </p:grpSp>
      <p:pic>
        <p:nvPicPr>
          <p:cNvPr id="393" name="Google Shape;393;p58"/>
          <p:cNvPicPr preferRelativeResize="0"/>
          <p:nvPr/>
        </p:nvPicPr>
        <p:blipFill rotWithShape="1">
          <a:blip r:embed="rId7">
            <a:alphaModFix/>
          </a:blip>
          <a:srcRect b="0" l="0" r="0" t="0"/>
          <a:stretch/>
        </p:blipFill>
        <p:spPr>
          <a:xfrm>
            <a:off x="1282027" y="3475350"/>
            <a:ext cx="1096474" cy="1085075"/>
          </a:xfrm>
          <a:prstGeom prst="rect">
            <a:avLst/>
          </a:prstGeom>
          <a:noFill/>
          <a:ln>
            <a:noFill/>
          </a:ln>
        </p:spPr>
      </p:pic>
      <p:pic>
        <p:nvPicPr>
          <p:cNvPr id="394" name="Google Shape;394;p58"/>
          <p:cNvPicPr preferRelativeResize="0"/>
          <p:nvPr/>
        </p:nvPicPr>
        <p:blipFill rotWithShape="1">
          <a:blip r:embed="rId8">
            <a:alphaModFix/>
          </a:blip>
          <a:srcRect b="0" l="0" r="0" t="0"/>
          <a:stretch/>
        </p:blipFill>
        <p:spPr>
          <a:xfrm>
            <a:off x="1019513" y="813394"/>
            <a:ext cx="1628924" cy="1628945"/>
          </a:xfrm>
          <a:prstGeom prst="rect">
            <a:avLst/>
          </a:prstGeom>
          <a:noFill/>
          <a:ln>
            <a:noFill/>
          </a:ln>
        </p:spPr>
      </p:pic>
      <p:sp>
        <p:nvSpPr>
          <p:cNvPr id="395" name="Google Shape;395;p58"/>
          <p:cNvSpPr txBox="1"/>
          <p:nvPr/>
        </p:nvSpPr>
        <p:spPr>
          <a:xfrm>
            <a:off x="740500" y="4692925"/>
            <a:ext cx="2342100" cy="367200"/>
          </a:xfrm>
          <a:prstGeom prst="rect">
            <a:avLst/>
          </a:prstGeom>
          <a:noFill/>
          <a:ln>
            <a:noFill/>
          </a:ln>
        </p:spPr>
        <p:txBody>
          <a:bodyPr anchorCtr="0" anchor="t" bIns="34275" lIns="68575" spcFirstLastPara="1" rIns="68575" wrap="square" tIns="34275">
            <a:normAutofit/>
          </a:bodyPr>
          <a:lstStyle/>
          <a:p>
            <a:pPr indent="0" lvl="0" marL="0" marR="0" rtl="0" algn="l">
              <a:lnSpc>
                <a:spcPct val="90000"/>
              </a:lnSpc>
              <a:spcBef>
                <a:spcPts val="0"/>
              </a:spcBef>
              <a:spcAft>
                <a:spcPts val="0"/>
              </a:spcAft>
              <a:buClr>
                <a:srgbClr val="000000"/>
              </a:buClr>
              <a:buSzPts val="1400"/>
              <a:buFont typeface="Arial"/>
              <a:buNone/>
            </a:pPr>
            <a:r>
              <a:rPr b="0" i="0" lang="en" sz="1400" u="none" cap="none" strike="noStrike">
                <a:solidFill>
                  <a:schemeClr val="lt1"/>
                </a:solidFill>
                <a:latin typeface="Arial"/>
                <a:ea typeface="Arial"/>
                <a:cs typeface="Arial"/>
                <a:sym typeface="Arial"/>
              </a:rPr>
              <a:t>linktr.ee/CODE.CRUNCH</a:t>
            </a:r>
            <a:endParaRPr b="0" i="0" sz="1500" u="none" cap="none" strike="noStrike">
              <a:solidFill>
                <a:schemeClr val="lt1"/>
              </a:solidFill>
              <a:latin typeface="Arial"/>
              <a:ea typeface="Arial"/>
              <a:cs typeface="Arial"/>
              <a:sym typeface="Arial"/>
            </a:endParaRPr>
          </a:p>
        </p:txBody>
      </p:sp>
      <p:pic>
        <p:nvPicPr>
          <p:cNvPr id="396" name="Google Shape;396;p58"/>
          <p:cNvPicPr preferRelativeResize="0"/>
          <p:nvPr/>
        </p:nvPicPr>
        <p:blipFill rotWithShape="1">
          <a:blip r:embed="rId9">
            <a:alphaModFix/>
          </a:blip>
          <a:srcRect b="0" l="0" r="0" t="0"/>
          <a:stretch/>
        </p:blipFill>
        <p:spPr>
          <a:xfrm>
            <a:off x="360850" y="4612025"/>
            <a:ext cx="367200" cy="367200"/>
          </a:xfrm>
          <a:prstGeom prst="rect">
            <a:avLst/>
          </a:prstGeom>
          <a:solidFill>
            <a:srgbClr val="FFFFFF"/>
          </a:solid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Material">
  <a:themeElements>
    <a:clrScheme name="Material">
      <a:dk1>
        <a:srgbClr val="4285F4"/>
      </a:dk1>
      <a:lt1>
        <a:srgbClr val="FFFFFF"/>
      </a:lt1>
      <a:dk2>
        <a:srgbClr val="424242"/>
      </a:dk2>
      <a:lt2>
        <a:srgbClr val="737373"/>
      </a:lt2>
      <a:accent1>
        <a:srgbClr val="0277BD"/>
      </a:accent1>
      <a:accent2>
        <a:srgbClr val="0F9D58"/>
      </a:accent2>
      <a:accent3>
        <a:srgbClr val="DB4437"/>
      </a:accent3>
      <a:accent4>
        <a:srgbClr val="FAFAFA"/>
      </a:accent4>
      <a:accent5>
        <a:srgbClr val="1A237E"/>
      </a:accent5>
      <a:accent6>
        <a:srgbClr val="F4B400"/>
      </a:accent6>
      <a:hlink>
        <a:srgbClr val="1A237E"/>
      </a:hlink>
      <a:folHlink>
        <a:srgbClr val="1A237E"/>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