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g+tfMbR9rC+GgLhXTEDOzyDqg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8344be8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8344be8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3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" name="Google Shape;47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4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4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5" name="Google Shape;65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4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344be857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2d8344be857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2d8344be857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8344be857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8344be857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d8344be857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d8344be857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2d8344be85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2d8344be85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8344be857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d8344be857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2d8344be85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8344be857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d8344be857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2d8344be857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#5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Building Interactive Forms with HTML and JavaScript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Overview</a:t>
            </a:r>
            <a:r>
              <a:rPr lang="en" sz="1800"/>
              <a:t>: In this lesson, we will learn how to build </a:t>
            </a:r>
            <a:r>
              <a:rPr b="1" lang="en" sz="1800"/>
              <a:t>forms</a:t>
            </a:r>
            <a:r>
              <a:rPr lang="en" sz="1800"/>
              <a:t> in HTML, which are essential for gathering user input on web pages. Additionally, we’ll dive into </a:t>
            </a:r>
            <a:r>
              <a:rPr b="1" lang="en" sz="1800"/>
              <a:t>JavaScript event listeners</a:t>
            </a:r>
            <a:r>
              <a:rPr lang="en" sz="1800"/>
              <a:t> to handle form submissions and validations.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Real-World Relevance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Forms are central to web applications, from login forms to contact forms, surveys, and e-commerce checkout.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JavaScript allows you to validate and interact with forms before sending the data to the server.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Concepts Covered</a:t>
            </a:r>
            <a:r>
              <a:rPr lang="en" sz="2400"/>
              <a:t>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Building forms in HTML: Inputs, buttons, and form elements.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Event listeners in JavaScript.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Validating form data and handling form submissions with JavaScript.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Forms in HTML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What is a Form?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</a:t>
            </a:r>
            <a:r>
              <a:rPr b="1" lang="en" sz="1600"/>
              <a:t>form</a:t>
            </a:r>
            <a:r>
              <a:rPr lang="en" sz="1600"/>
              <a:t> is an HTML element that allows users to input data and submit it to the server.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Forms can include various input elements, such as text fields, radio buttons, checkboxes, and buttons.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Form Structure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&lt;form&gt;</a:t>
            </a:r>
            <a:r>
              <a:rPr lang="en" sz="1600"/>
              <a:t> element wraps the input elements.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n" sz="1600"/>
              <a:t> attribute specifies where the form data should be sent, and 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en" sz="1600"/>
              <a:t> attribute determines how the data is sent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en" sz="1600"/>
              <a:t> or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" sz="1600"/>
              <a:t>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813025" cy="40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Common Form Input Types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Text Input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type="text"&gt;</a:t>
            </a:r>
            <a:r>
              <a:rPr lang="en" sz="1600"/>
              <a:t> - For single-line text fields.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Email Input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type="email"&gt;</a:t>
            </a:r>
            <a:r>
              <a:rPr lang="en" sz="1600"/>
              <a:t> - For email addresses; browsers provide validation.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Password Input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type="password"&gt;</a:t>
            </a:r>
            <a:r>
              <a:rPr lang="en" sz="1600"/>
              <a:t> - For hiding user passwords.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Radio Buttons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type="radio"&gt;</a:t>
            </a:r>
            <a:r>
              <a:rPr lang="en" sz="1600"/>
              <a:t> - For selecting a single option from a list.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Checkboxes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type="checkbox"&gt;</a:t>
            </a:r>
            <a:r>
              <a:rPr lang="en" sz="1600"/>
              <a:t> - For selecting multiple options.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Submit Button</a:t>
            </a:r>
            <a:r>
              <a:rPr lang="en" sz="1600"/>
              <a:t>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 type="submit"&gt;</a:t>
            </a:r>
            <a:r>
              <a:rPr lang="en" sz="1600"/>
              <a:t> - For submitting the form.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Form Validation in HTML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Built-in HTML5 Validation</a:t>
            </a:r>
            <a:r>
              <a:rPr lang="en" sz="2400"/>
              <a:t>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HTML5 introduces attributes for client-side validation such as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lang="en" sz="2400"/>
              <a:t>,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pattern</a:t>
            </a:r>
            <a:r>
              <a:rPr lang="en" sz="2400"/>
              <a:t>,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lang="en" sz="2400"/>
              <a:t>,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2400"/>
              <a:t>, and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maxlength</a:t>
            </a:r>
            <a:r>
              <a:rPr lang="en" sz="2400"/>
              <a:t>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These attributes ensure that users provide valid input before submitting the form.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793325" cy="31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What is an Event Listener?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What is an Event Listener?</a:t>
            </a:r>
            <a:endParaRPr b="1" sz="1700"/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 </a:t>
            </a:r>
            <a:r>
              <a:rPr b="1" lang="en" sz="1700"/>
              <a:t>event listener</a:t>
            </a:r>
            <a:r>
              <a:rPr lang="en" sz="1700"/>
              <a:t> allows JavaScript to respond to user actions (such as clicking a button, submitting a form, etc.).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Common Events</a:t>
            </a:r>
            <a:r>
              <a:rPr lang="en" sz="1700"/>
              <a:t>:</a:t>
            </a:r>
            <a:endParaRPr sz="1700"/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click</a:t>
            </a:r>
            <a:r>
              <a:rPr lang="en" sz="1700"/>
              <a:t>: Triggered when an element is clicked.</a:t>
            </a:r>
            <a:endParaRPr sz="1700"/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submit</a:t>
            </a:r>
            <a:r>
              <a:rPr lang="en" sz="1700"/>
              <a:t>: Triggered when a form is submitted.</a:t>
            </a:r>
            <a:endParaRPr sz="1700"/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en" sz="1700"/>
              <a:t>: Triggered when an input field's value changes.</a:t>
            </a:r>
            <a:endParaRPr sz="1700"/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focus</a:t>
            </a:r>
            <a:r>
              <a:rPr lang="en" sz="1700"/>
              <a:t>: Triggered when an input field gains focus.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Adding an Event Listener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100"/>
              <a:t>Use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addEventListener()</a:t>
            </a:r>
            <a:r>
              <a:rPr lang="en" sz="2100"/>
              <a:t> to listen for events on elements.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00" y="2571750"/>
            <a:ext cx="8738400" cy="126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Handling Form Submissions with JavaScript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Preventing Default Form Submission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By default, when a form is submitted, the page reloads. You can prevent this behavior with JavaScript.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" y="3328900"/>
            <a:ext cx="8790300" cy="181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Validating Form Data with JavaScript</a:t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471900" y="17186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Custom Form Validation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JavaScript allows you to validate form data before submission (e.g., checking if an email address is valid or if a required field is empty).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75" y="2896563"/>
            <a:ext cx="7067400" cy="218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Forms in HTML</a:t>
            </a:r>
            <a:r>
              <a:rPr lang="en" sz="1900"/>
              <a:t>: Forms are essential for gathering input from users. Elements like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&lt;input&gt;</a:t>
            </a:r>
            <a:r>
              <a:rPr lang="en" sz="1900"/>
              <a:t>,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&lt;textarea&gt;</a:t>
            </a:r>
            <a:r>
              <a:rPr lang="en" sz="1900"/>
              <a:t>, and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&lt;select&gt;</a:t>
            </a:r>
            <a:r>
              <a:rPr lang="en" sz="1900"/>
              <a:t> are used to capture data.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JavaScript Event Listeners</a:t>
            </a:r>
            <a:r>
              <a:rPr lang="en" sz="1900"/>
              <a:t>: Event listeners help you handle user interactions and make the webpage dynamic.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Form Validation</a:t>
            </a:r>
            <a:r>
              <a:rPr lang="en" sz="1900"/>
              <a:t>: Both HTML5 and JavaScript can be used to ensure that form data is valid before submission, preventing errors and enhancing user experience.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Coding Lab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Objective</a:t>
            </a:r>
            <a:r>
              <a:rPr lang="en" sz="2100"/>
              <a:t>: In this lab, you will create a basic form and use JavaScript to handle form submissions, validate inputs, and display user feedback.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Skills Covered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Building a form with various input types.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Adding event listeners to handle form submission.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Using JavaScript for client-side validation.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Setting Up the Development Environment</a:t>
            </a:r>
            <a:endParaRPr/>
          </a:p>
        </p:txBody>
      </p:sp>
      <p:sp>
        <p:nvSpPr>
          <p:cNvPr id="184" name="Google Shape;184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Step 1</a:t>
            </a:r>
            <a:r>
              <a:rPr lang="en" sz="2500"/>
              <a:t>: Create a new project folder and an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500"/>
              <a:t> file.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Step 2</a:t>
            </a:r>
            <a:r>
              <a:rPr lang="en" sz="2500"/>
              <a:t>: Open your project in a code editor like Visual Studio Code.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Step 3</a:t>
            </a:r>
            <a:r>
              <a:rPr lang="en" sz="2500"/>
              <a:t>: Link a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en" sz="2500"/>
              <a:t> file to your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500"/>
              <a:t> file.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1 - Creating a Simple Form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Objective</a:t>
            </a:r>
            <a:r>
              <a:rPr lang="en" sz="2300"/>
              <a:t>: Create a simple contact form with fields for name, email, and a message.</a:t>
            </a:r>
            <a:endParaRPr sz="23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Step-by-Step Guide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Create an HTML form with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2300"/>
              <a:t>,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 sz="2300"/>
              <a:t>, and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n" sz="2300"/>
              <a:t> fields:</a:t>
            </a:r>
            <a:endParaRPr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1797"/>
          <a:stretch/>
        </p:blipFill>
        <p:spPr>
          <a:xfrm>
            <a:off x="152400" y="152400"/>
            <a:ext cx="7850600" cy="44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Task 2 - Handling Form Submission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Objective</a:t>
            </a:r>
            <a:r>
              <a:rPr lang="en" sz="2200"/>
              <a:t>: Prevent the default form submission and log form data to the console when the form is submitted.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200"/>
              <a:t>Step-by-Step Guide</a:t>
            </a:r>
            <a:r>
              <a:rPr lang="en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In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en" sz="2200"/>
              <a:t>, prevent the form from submitting by using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event.preventDefault()</a:t>
            </a:r>
            <a:r>
              <a:rPr lang="en" sz="2200"/>
              <a:t>: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54275"/>
            <a:ext cx="8650099" cy="15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Task 3 - Form Validation</a:t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Objective</a:t>
            </a:r>
            <a:r>
              <a:rPr lang="en" sz="2300"/>
              <a:t>: Validate the form data using JavaScript before submitting.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Step-by-Step Guide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Check if the email is valid and if the message is not empty.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If any field is invalid, prevent submission and alert the user.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943800" cy="42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Task 4 - Displaying User Feedback</a:t>
            </a:r>
            <a:endParaRPr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Objective</a:t>
            </a:r>
            <a:r>
              <a:rPr lang="en" sz="2000"/>
              <a:t>: After the form is successfully submitted, display a thank-you message instead of submitting the form.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Step-by-Step Guide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Modify the form submission handler to display a confirmation message: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5"/>
          <p:cNvPicPr preferRelativeResize="0"/>
          <p:nvPr/>
        </p:nvPicPr>
        <p:blipFill rotWithShape="1">
          <a:blip r:embed="rId3">
            <a:alphaModFix/>
          </a:blip>
          <a:srcRect b="5104" l="0" r="0" t="0"/>
          <a:stretch/>
        </p:blipFill>
        <p:spPr>
          <a:xfrm>
            <a:off x="94988" y="1229625"/>
            <a:ext cx="8954025" cy="22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Common Issues</a:t>
            </a:r>
            <a:r>
              <a:rPr lang="en" sz="2200"/>
              <a:t>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Not preventing the default form submission behavior.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Incorrect validation checks (e.g., missing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required</a:t>
            </a:r>
            <a:r>
              <a:rPr lang="en" sz="2200"/>
              <a:t> fields).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Solution</a:t>
            </a:r>
            <a:r>
              <a:rPr lang="en" sz="2200"/>
              <a:t>: Use the browser's developer tools to troubleshoot and debug issues, checking the Console for error messages.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Code Review</a:t>
            </a:r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Review the Code</a:t>
            </a:r>
            <a:r>
              <a:rPr lang="en" sz="2100"/>
              <a:t>: Go through the form code and the JavaScript function step by step.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Discuss the structure of the form.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Ensure that validation and event handling are correctly implemented.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51" name="Google Shape;2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60" name="Google Shape;260;p30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261" name="Google Shape;261;p30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30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30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266" name="Google Shape;266;p30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30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280" name="Google Shape;280;p30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0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6" name="Google Shape;29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