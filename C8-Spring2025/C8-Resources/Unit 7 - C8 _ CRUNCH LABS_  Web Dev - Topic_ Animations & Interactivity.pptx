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9" roundtripDataSignature="AMtx7mhwgfE4n/BYrvP/S3uscf/Mg11P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RobotoMono-bold.fntdata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Italic.fntdata"/><Relationship Id="rId47" Type="http://schemas.openxmlformats.org/officeDocument/2006/relationships/font" Target="fonts/RobotoMono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8343d292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2d8343d292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7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7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7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7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9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9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26" name="Google Shape;26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4" name="Google Shape;34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4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" name="Google Shape;52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6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6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4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7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7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47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4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4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2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8343d2926_0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75" name="Google Shape;75;g2d8343d2926_0_0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" name="Google Shape;76;g2d8343d2926_0_0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2d8343d2926_0_0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2d8343d2926_0_0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2d8343d2926_0_0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d8343d2926_0_0"/>
          <p:cNvSpPr txBox="1"/>
          <p:nvPr/>
        </p:nvSpPr>
        <p:spPr>
          <a:xfrm>
            <a:off x="285250" y="36753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2d8343d292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82" name="Google Shape;82;g2d8343d292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d8343d2926_0_0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2d8343d2926_0_0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2d8343d292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d8343d2926_0_0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2d8343d2926_0_0"/>
          <p:cNvSpPr txBox="1"/>
          <p:nvPr/>
        </p:nvSpPr>
        <p:spPr>
          <a:xfrm>
            <a:off x="62700" y="294802"/>
            <a:ext cx="32838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 to Code Crunch!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lang="en" sz="3500">
                <a:solidFill>
                  <a:srgbClr val="000000"/>
                </a:solidFill>
              </a:rPr>
              <a:t>Crunch </a:t>
            </a:r>
            <a:r>
              <a:rPr b="1" lang="en" sz="3500"/>
              <a:t>Labs: Web Dev</a:t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8"/>
              <a:t>THU 3-4PM Weekly | Spring 2025</a:t>
            </a:r>
            <a:endParaRPr b="1" sz="3500">
              <a:solidFill>
                <a:srgbClr val="000000"/>
              </a:solidFill>
            </a:endParaRPr>
          </a:p>
        </p:txBody>
      </p:sp>
      <p:sp>
        <p:nvSpPr>
          <p:cNvPr id="88" name="Google Shape;88;g2d8343d2926_0_0"/>
          <p:cNvSpPr txBox="1"/>
          <p:nvPr/>
        </p:nvSpPr>
        <p:spPr>
          <a:xfrm>
            <a:off x="360775" y="40738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"/>
              <a:buFont typeface="Arial"/>
              <a:buNone/>
            </a:pPr>
            <a:r>
              <a:rPr b="1" lang="en" sz="900"/>
              <a:t>Earn a Certificate of Completion by attending at least 70% of the workshops</a:t>
            </a:r>
            <a:endParaRPr b="0" i="0" sz="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Week #7</a:t>
            </a:r>
            <a:endParaRPr/>
          </a:p>
        </p:txBody>
      </p:sp>
      <p:sp>
        <p:nvSpPr>
          <p:cNvPr id="94" name="Google Shape;9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Adding Dynamic Visuals and Interactions to Your Website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Week’s Topic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Overview</a:t>
            </a:r>
            <a:r>
              <a:rPr lang="en" sz="1700"/>
              <a:t>: This week we dive into </a:t>
            </a:r>
            <a:r>
              <a:rPr b="1" lang="en" sz="1700"/>
              <a:t>CSS animations and transitions</a:t>
            </a:r>
            <a:r>
              <a:rPr lang="en" sz="1700"/>
              <a:t>, as well as </a:t>
            </a:r>
            <a:r>
              <a:rPr b="1" lang="en" sz="1700"/>
              <a:t>advanced DOM manipulation</a:t>
            </a:r>
            <a:r>
              <a:rPr lang="en" sz="1700"/>
              <a:t> using JavaScript. These techniques allow you to create dynamic, interactive, and engaging user experiences.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Real-World Relevance</a:t>
            </a:r>
            <a:r>
              <a:rPr lang="en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Animations</a:t>
            </a:r>
            <a:r>
              <a:rPr lang="en" sz="1700"/>
              <a:t> make websites visually engaging, helping to emphasize important elements and improve user experience.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Interactivity</a:t>
            </a:r>
            <a:r>
              <a:rPr lang="en" sz="1700"/>
              <a:t> through JavaScript lets users interact with the page in real-time, such as by clicking buttons, toggling elements, or showing dynamic content.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Key Concepts for Today’s Lecture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Concepts Covered</a:t>
            </a:r>
            <a:r>
              <a:rPr lang="en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/>
              <a:t>CSS Animations</a:t>
            </a:r>
            <a:r>
              <a:rPr lang="en" sz="2200"/>
              <a:t>: Keyframes, transitions, and timing functions.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/>
              <a:t>Advanced DOM Manipulation</a:t>
            </a:r>
            <a:r>
              <a:rPr lang="en" sz="2200"/>
              <a:t>: Creating interactivity with JavaScript.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/>
              <a:t>Real-World Applications</a:t>
            </a:r>
            <a:r>
              <a:rPr lang="en" sz="2200"/>
              <a:t>: Adding animations to buttons, menus, and interactive elements.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CSS Animations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What is a CSS Animation?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CSS Animations</a:t>
            </a:r>
            <a:r>
              <a:rPr lang="en" sz="2200"/>
              <a:t> allow you to create complex visual effects by animating elements directly in the browser without using JavaScript.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Use Cases</a:t>
            </a:r>
            <a:r>
              <a:rPr lang="en" sz="2200"/>
              <a:t>: Hover effects, page load transitions, and animated icons.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Keyframes: Define the states of the animation.</a:t>
            </a:r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739900" cy="4306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Applying Animations:</a:t>
            </a: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50" y="1091850"/>
            <a:ext cx="8862300" cy="2197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What is a CSS Transition?</a:t>
            </a:r>
            <a:endParaRPr b="1"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Transitions</a:t>
            </a:r>
            <a:r>
              <a:rPr lang="en" sz="2300"/>
              <a:t> enable you to change an element’s style smoothly over a set period when a change occurs (e.g., hovering over a button).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  <p:sp>
        <p:nvSpPr>
          <p:cNvPr id="130" name="Google Shape;130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CSS Transitions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775450" cy="45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Transition Properties</a:t>
            </a:r>
            <a:endParaRPr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transition-property</a:t>
            </a:r>
            <a:r>
              <a:rPr lang="en" sz="2200"/>
              <a:t>: Specifies which property will be transitioned.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transition-duration</a:t>
            </a:r>
            <a:r>
              <a:rPr lang="en" sz="2200"/>
              <a:t>: Specifies the duration of the transition.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transition-timing-function</a:t>
            </a:r>
            <a:r>
              <a:rPr lang="en" sz="2200"/>
              <a:t>: Controls the speed of the transition.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Key Differences Between Animations and Transitions</a:t>
            </a:r>
            <a:endParaRPr/>
          </a:p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CSS Transitions</a:t>
            </a:r>
            <a:r>
              <a:rPr lang="en" sz="1700"/>
              <a:t>: Only occur when an element's state changes (e.g., hover, focus).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CSS Animations</a:t>
            </a:r>
            <a:r>
              <a:rPr lang="en" sz="1700"/>
              <a:t>: Can run automatically, can loop, and can be complex with multiple keyframes.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When to Use</a:t>
            </a:r>
            <a:r>
              <a:rPr lang="en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Use Transitions</a:t>
            </a:r>
            <a:r>
              <a:rPr lang="en" sz="1700"/>
              <a:t>: For simple, interactive effects like hover or focus changes.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Use Animations</a:t>
            </a:r>
            <a:r>
              <a:rPr lang="en" sz="1700"/>
              <a:t>: For more complex or continuous animations like sliding, fading, or rotating.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Advanced DOM Manipulation with JavaScript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What is the DOM?</a:t>
            </a:r>
            <a:endParaRPr b="1" sz="1600"/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</a:t>
            </a:r>
            <a:r>
              <a:rPr b="1" lang="en" sz="1600"/>
              <a:t>Document Object Model (DOM)</a:t>
            </a:r>
            <a:r>
              <a:rPr lang="en" sz="1600"/>
              <a:t> represents the structure of an HTML document as a tree of nodes (elements, attributes, text, etc.).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JavaScript’s Role in DOM Manipulation</a:t>
            </a:r>
            <a:r>
              <a:rPr lang="en" sz="1600"/>
              <a:t>: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JavaScript allows you to </a:t>
            </a:r>
            <a:r>
              <a:rPr b="1" lang="en" sz="1600"/>
              <a:t>select, modify, add, or remove elements</a:t>
            </a:r>
            <a:r>
              <a:rPr lang="en" sz="1600"/>
              <a:t> from the DOM dynamically.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Common Methods</a:t>
            </a:r>
            <a:r>
              <a:rPr lang="en" sz="1600"/>
              <a:t>: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document.getElementById()</a:t>
            </a:r>
            <a:r>
              <a:rPr lang="en" sz="1600"/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document.querySelector()</a:t>
            </a:r>
            <a:r>
              <a:rPr lang="en" sz="1600"/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element.addEventListener()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Example: Changing an element's style via JavaScript:</a:t>
            </a:r>
            <a:endParaRPr/>
          </a:p>
        </p:txBody>
      </p:sp>
      <p:pic>
        <p:nvPicPr>
          <p:cNvPr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50" y="3058425"/>
            <a:ext cx="8854500" cy="92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What is an Event Listener?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Event listeners</a:t>
            </a:r>
            <a:r>
              <a:rPr lang="en" sz="2000"/>
              <a:t> allow you to respond to user actions, such as clicks, hover, or keypresses.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Adding an Event Listener</a:t>
            </a:r>
            <a:r>
              <a:rPr lang="en" sz="2000"/>
              <a:t>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  <p:sp>
        <p:nvSpPr>
          <p:cNvPr id="165" name="Google Shape;165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Event Listeners and Interactivity</a:t>
            </a:r>
            <a:endParaRPr/>
          </a:p>
        </p:txBody>
      </p:sp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953" y="3791303"/>
            <a:ext cx="8222100" cy="117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Event Listeners and Interactivity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Handling Mouse Events</a:t>
            </a:r>
            <a:r>
              <a:rPr lang="en" sz="2300"/>
              <a:t>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Mouse Events</a:t>
            </a:r>
            <a:r>
              <a:rPr lang="en" sz="2300"/>
              <a:t>: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click</a:t>
            </a:r>
            <a:r>
              <a:rPr lang="en" sz="2300"/>
              <a:t>,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mouseover</a:t>
            </a:r>
            <a:r>
              <a:rPr lang="en" sz="2300"/>
              <a:t>,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mouseout</a:t>
            </a:r>
            <a:r>
              <a:rPr lang="en" sz="2300"/>
              <a:t>,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mousedown</a:t>
            </a:r>
            <a:r>
              <a:rPr lang="en" sz="2300"/>
              <a:t>, etc.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004" y="3725129"/>
            <a:ext cx="8349900" cy="1279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Real-World Example: Animating a Button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22336" t="0"/>
          <a:stretch/>
        </p:blipFill>
        <p:spPr>
          <a:xfrm>
            <a:off x="152400" y="152400"/>
            <a:ext cx="7455849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4108525" y="2989050"/>
            <a:ext cx="4057200" cy="1965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Creating an animated button that changes color and grows when hovered.</a:t>
            </a:r>
            <a:endParaRPr b="0" i="0" sz="3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700" y="3534425"/>
            <a:ext cx="8804700" cy="135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JavaScript Interaction</a:t>
            </a:r>
            <a:endParaRPr/>
          </a:p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471900" y="1919075"/>
            <a:ext cx="8222100" cy="13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Use </a:t>
            </a:r>
            <a:r>
              <a:rPr b="1" lang="en" sz="2600"/>
              <a:t>event listeners</a:t>
            </a:r>
            <a:r>
              <a:rPr lang="en" sz="2600"/>
              <a:t> to add interactive behavior to the button, such as changing the text on click.</a:t>
            </a:r>
            <a:endParaRPr sz="3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Summary of Key Points</a:t>
            </a:r>
            <a:endParaRPr/>
          </a:p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CSS Animations</a:t>
            </a:r>
            <a:r>
              <a:rPr lang="en" sz="2100"/>
              <a:t>: Use for complex, automatic visual effects.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CSS Transitions</a:t>
            </a:r>
            <a:r>
              <a:rPr lang="en" sz="2100"/>
              <a:t>: Use for interactive, state-change effects.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JavaScript DOM Manipulation</a:t>
            </a:r>
            <a:r>
              <a:rPr lang="en" sz="2100"/>
              <a:t>: Use for adding interactivity through events and dynamic changes to the page.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Real-World Application</a:t>
            </a:r>
            <a:r>
              <a:rPr lang="en" sz="2100"/>
              <a:t>: Combining animations and interactivity for engaging user experiences.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Coding Lab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Coding Lab</a:t>
            </a:r>
            <a:endParaRPr/>
          </a:p>
        </p:txBody>
      </p:sp>
      <p:sp>
        <p:nvSpPr>
          <p:cNvPr id="208" name="Google Shape;208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Objective</a:t>
            </a:r>
            <a:r>
              <a:rPr lang="en" sz="2100"/>
              <a:t>: In this lab, we will add animations and interactive elements to a webpage. You will use CSS for animations and transitions and JavaScript for event handling and dynamic changes to the DOM.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Skills Covered</a:t>
            </a:r>
            <a:r>
              <a:rPr lang="en" sz="2100"/>
              <a:t>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Animating elements with CSS.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Creating interactive buttons and links with JavaScript.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Setting Up the Development Environment</a:t>
            </a:r>
            <a:endParaRPr/>
          </a:p>
        </p:txBody>
      </p:sp>
      <p:sp>
        <p:nvSpPr>
          <p:cNvPr id="214" name="Google Shape;214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b="1" lang="en" sz="2600"/>
              <a:t>Step 1</a:t>
            </a:r>
            <a:r>
              <a:rPr lang="en" sz="2600"/>
              <a:t>: Open a new project folder and create an </a:t>
            </a:r>
            <a:r>
              <a:rPr lang="en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2600"/>
              <a:t>, </a:t>
            </a:r>
            <a:r>
              <a:rPr lang="en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style.css</a:t>
            </a:r>
            <a:r>
              <a:rPr lang="en" sz="2600"/>
              <a:t>, and </a:t>
            </a:r>
            <a:r>
              <a:rPr lang="en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script.js</a:t>
            </a:r>
            <a:r>
              <a:rPr lang="en" sz="2600"/>
              <a:t> file.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b="1" lang="en" sz="2600"/>
              <a:t>Step 2</a:t>
            </a:r>
            <a:r>
              <a:rPr lang="en" sz="2600"/>
              <a:t>: Link the CSS and JS files in the HTML document.</a:t>
            </a:r>
            <a:endParaRPr sz="3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925700" cy="38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1 - Adding a CSS Transition to a Button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Objective</a:t>
            </a:r>
            <a:r>
              <a:rPr lang="en" sz="2200"/>
              <a:t>: Add a transition effect to a button element.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Step-by-Step Guide</a:t>
            </a:r>
            <a:r>
              <a:rPr lang="en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Create a button in HTML.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Use CSS to add a transition effect on hover (change color smoothly).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3">
            <a:alphaModFix/>
          </a:blip>
          <a:srcRect b="21116" l="2733" r="0" t="0"/>
          <a:stretch/>
        </p:blipFill>
        <p:spPr>
          <a:xfrm>
            <a:off x="401588" y="3709775"/>
            <a:ext cx="8340825" cy="9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401600" y="2079325"/>
            <a:ext cx="7846500" cy="13545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a button in HTML.</a:t>
            </a:r>
            <a:endParaRPr b="0" i="0" sz="3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220150" cy="482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5973800" y="1139875"/>
            <a:ext cx="2780700" cy="3405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CSS to add a transition effect on hover (change color smoothly).</a:t>
            </a:r>
            <a:endParaRPr b="0" i="0" sz="3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2 - Adding a CSS Animation to a Box</a:t>
            </a:r>
            <a:endParaRPr/>
          </a:p>
        </p:txBody>
      </p:sp>
      <p:sp>
        <p:nvSpPr>
          <p:cNvPr id="243" name="Google Shape;243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Objective</a:t>
            </a:r>
            <a:r>
              <a:rPr lang="en" sz="2100"/>
              <a:t>: Animate a box to move from left to right when the page loads.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Step-by-Step Guide</a:t>
            </a:r>
            <a:r>
              <a:rPr lang="en" sz="2100"/>
              <a:t>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Create a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n" sz="2100"/>
              <a:t> with a class of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box</a:t>
            </a:r>
            <a:r>
              <a:rPr lang="en" sz="2100"/>
              <a:t>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Add a keyframe animation to move the box from left to right.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086525" cy="16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8"/>
          <p:cNvSpPr txBox="1"/>
          <p:nvPr/>
        </p:nvSpPr>
        <p:spPr>
          <a:xfrm>
            <a:off x="538600" y="1691000"/>
            <a:ext cx="4658700" cy="3263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a </a:t>
            </a:r>
            <a:r>
              <a:rPr b="0" i="0" lang="en" sz="50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n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with a class of </a:t>
            </a:r>
            <a:r>
              <a:rPr b="0" i="0" lang="en" sz="50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box</a:t>
            </a:r>
            <a:r>
              <a:rPr b="0" i="0" lang="en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042700" cy="48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/>
          <p:nvPr/>
        </p:nvSpPr>
        <p:spPr>
          <a:xfrm>
            <a:off x="4357925" y="1172775"/>
            <a:ext cx="4521900" cy="29244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a keyframe animation to move the box from left to right.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3 - Adding JavaScript Interactivity</a:t>
            </a:r>
            <a:endParaRPr/>
          </a:p>
        </p:txBody>
      </p:sp>
      <p:sp>
        <p:nvSpPr>
          <p:cNvPr id="261" name="Google Shape;261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Objective</a:t>
            </a:r>
            <a:r>
              <a:rPr lang="en" sz="2000"/>
              <a:t>: Use JavaScript to change the button’s text when clicked.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Step-by-Step Guide</a:t>
            </a:r>
            <a:r>
              <a:rPr lang="en" sz="2000"/>
              <a:t>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Add an event listener to the button that changes its text when clicked.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  <p:pic>
        <p:nvPicPr>
          <p:cNvPr id="262" name="Google Shape;2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100" y="3751425"/>
            <a:ext cx="7904400" cy="124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4 - Adding Animation on Button Hover</a:t>
            </a:r>
            <a:endParaRPr/>
          </a:p>
        </p:txBody>
      </p:sp>
      <p:sp>
        <p:nvSpPr>
          <p:cNvPr id="268" name="Google Shape;268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Objective</a:t>
            </a:r>
            <a:r>
              <a:rPr lang="en" sz="2200"/>
              <a:t>: Apply a hover effect to scale the button on hover.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Step-by-Step Guide</a:t>
            </a:r>
            <a:r>
              <a:rPr lang="en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Add a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transform</a:t>
            </a:r>
            <a:r>
              <a:rPr lang="en" sz="2200"/>
              <a:t> property to the button’s hover state to scale it.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  <p:pic>
        <p:nvPicPr>
          <p:cNvPr id="269" name="Google Shape;2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107" y="3593857"/>
            <a:ext cx="3400800" cy="1474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Debugging and Troubleshooting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Common Issues</a:t>
            </a:r>
            <a:r>
              <a:rPr lang="en" sz="2100"/>
              <a:t>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Transitions not working: Ensure that properties are animatable.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Animation not playing: Check that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@keyframes</a:t>
            </a:r>
            <a:r>
              <a:rPr lang="en" sz="2100"/>
              <a:t> is defined correctly.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JavaScript event listeners not firing: Ensure correct element selection.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https://github.com/CODE-CRUNCH-CLUB/C8-CRUNCH-LABS-WEB-DEV</a:t>
            </a:r>
            <a:endParaRPr/>
          </a:p>
        </p:txBody>
      </p:sp>
      <p:pic>
        <p:nvPicPr>
          <p:cNvPr id="286" name="Google Shape;28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125" y="2716325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95" name="Google Shape;295;p35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296" name="Google Shape;296;p35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" name="Google Shape;298;p35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35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301" name="Google Shape;301;p35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35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315" name="Google Shape;315;p35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5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5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5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 our schedule on Discord “Schedule” Channel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5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5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1" name="Google Shape;331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5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