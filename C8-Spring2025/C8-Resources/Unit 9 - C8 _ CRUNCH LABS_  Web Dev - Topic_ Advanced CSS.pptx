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jsDeE9m5w5EPH/T8C0AfB4FzUn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8345282c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2d8345282c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" name="Google Shape;29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3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0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0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1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1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4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4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4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5" name="Google Shape;65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4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9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8345282c3_0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75" name="Google Shape;75;g2d8345282c3_0_0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" name="Google Shape;76;g2d8345282c3_0_0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2d8345282c3_0_0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2d8345282c3_0_0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2d8345282c3_0_0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d8345282c3_0_0"/>
          <p:cNvSpPr txBox="1"/>
          <p:nvPr/>
        </p:nvSpPr>
        <p:spPr>
          <a:xfrm>
            <a:off x="285250" y="36753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2d8345282c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82" name="Google Shape;82;g2d8345282c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d8345282c3_0_0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2d8345282c3_0_0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2d8345282c3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d8345282c3_0_0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2d8345282c3_0_0"/>
          <p:cNvSpPr txBox="1"/>
          <p:nvPr/>
        </p:nvSpPr>
        <p:spPr>
          <a:xfrm>
            <a:off x="62700" y="294802"/>
            <a:ext cx="32838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 to Code Crunch!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lang="en" sz="3500">
                <a:solidFill>
                  <a:srgbClr val="000000"/>
                </a:solidFill>
              </a:rPr>
              <a:t>Crunch </a:t>
            </a:r>
            <a:r>
              <a:rPr b="1" lang="en" sz="3500"/>
              <a:t>Labs: Web Dev</a:t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8"/>
              <a:t>THU 3-4PM Weekly | Spring 2025</a:t>
            </a:r>
            <a:endParaRPr b="1" sz="3500">
              <a:solidFill>
                <a:srgbClr val="000000"/>
              </a:solidFill>
            </a:endParaRPr>
          </a:p>
        </p:txBody>
      </p:sp>
      <p:sp>
        <p:nvSpPr>
          <p:cNvPr id="88" name="Google Shape;88;g2d8345282c3_0_0"/>
          <p:cNvSpPr txBox="1"/>
          <p:nvPr/>
        </p:nvSpPr>
        <p:spPr>
          <a:xfrm>
            <a:off x="360775" y="40738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"/>
              <a:buFont typeface="Arial"/>
              <a:buNone/>
            </a:pPr>
            <a:r>
              <a:rPr b="1" lang="en" sz="900"/>
              <a:t>Earn a Certificate of Completion by attending at least 70% of the workshops</a:t>
            </a:r>
            <a:endParaRPr b="0" i="0" sz="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Week #9</a:t>
            </a:r>
            <a:endParaRPr/>
          </a:p>
        </p:txBody>
      </p:sp>
      <p:sp>
        <p:nvSpPr>
          <p:cNvPr id="94" name="Google Shape;9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Mastering CSS Grid and Combining it with Flexbox for Complex Layouts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Week’s Topic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Overview</a:t>
            </a:r>
            <a:r>
              <a:rPr lang="en" sz="1700"/>
              <a:t>: This week focuses on </a:t>
            </a:r>
            <a:r>
              <a:rPr b="1" lang="en" sz="1700"/>
              <a:t>advanced CSS layout techniques</a:t>
            </a:r>
            <a:r>
              <a:rPr lang="en" sz="1700"/>
              <a:t>, specifically </a:t>
            </a:r>
            <a:r>
              <a:rPr b="1" lang="en" sz="1700"/>
              <a:t>CSS Grid</a:t>
            </a:r>
            <a:r>
              <a:rPr lang="en" sz="1700"/>
              <a:t> and </a:t>
            </a:r>
            <a:r>
              <a:rPr b="1" lang="en" sz="1700"/>
              <a:t>how to combine it with Flexbox</a:t>
            </a:r>
            <a:r>
              <a:rPr lang="en" sz="1700"/>
              <a:t> for complex, responsive layouts.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Real-World Relevance</a:t>
            </a:r>
            <a:r>
              <a:rPr lang="en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Building </a:t>
            </a:r>
            <a:r>
              <a:rPr b="1" lang="en" sz="1700"/>
              <a:t>modern, flexible websites</a:t>
            </a:r>
            <a:r>
              <a:rPr lang="en" sz="1700"/>
              <a:t> requires mastering advanced layout techniques.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CSS Grid</a:t>
            </a:r>
            <a:r>
              <a:rPr lang="en" sz="1700"/>
              <a:t> is becoming a standard for creating two-dimensional layouts, while </a:t>
            </a:r>
            <a:r>
              <a:rPr b="1" lang="en" sz="1700"/>
              <a:t>Flexbox</a:t>
            </a:r>
            <a:r>
              <a:rPr lang="en" sz="1700"/>
              <a:t> works best for one-dimensional layouts.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Combining both creates powerful, responsive layouts that adapt to any screen size.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Key Concepts for Today’s Lecture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Concepts Covered</a:t>
            </a:r>
            <a:r>
              <a:rPr lang="en" sz="2100"/>
              <a:t>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b="1" lang="en" sz="2100"/>
              <a:t>CSS Grid</a:t>
            </a:r>
            <a:r>
              <a:rPr lang="en" sz="2100"/>
              <a:t>: The core concepts of the CSS Grid layout model.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n" sz="2100"/>
              <a:t>Combining Flexbox and Grid</a:t>
            </a:r>
            <a:r>
              <a:rPr lang="en" sz="2100"/>
              <a:t>: How to use both layout systems together for complex designs.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n" sz="2100"/>
              <a:t>Practical Examples</a:t>
            </a:r>
            <a:r>
              <a:rPr lang="en" sz="2100"/>
              <a:t>: Demonstrating how CSS Grid can be applied to various real-world scenarios.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CSS Grid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What is CSS Grid?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CSS Grid is a </a:t>
            </a:r>
            <a:r>
              <a:rPr b="1" lang="en" sz="1600"/>
              <a:t>two-dimensional layout system</a:t>
            </a:r>
            <a:r>
              <a:rPr lang="en" sz="1600"/>
              <a:t> that allows you to design both </a:t>
            </a:r>
            <a:r>
              <a:rPr b="1" lang="en" sz="1600"/>
              <a:t>rows</a:t>
            </a:r>
            <a:r>
              <a:rPr lang="en" sz="1600"/>
              <a:t> and </a:t>
            </a:r>
            <a:r>
              <a:rPr b="1" lang="en" sz="1600"/>
              <a:t>columns</a:t>
            </a:r>
            <a:r>
              <a:rPr lang="en" sz="1600"/>
              <a:t> simultaneously, making it ideal for building complex, responsive grid-based layouts.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hy Use CSS Grid?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Easy alignment</a:t>
            </a:r>
            <a:r>
              <a:rPr lang="en" sz="1600"/>
              <a:t>: Align content both horizontally and vertically with just a few properties.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Precise control</a:t>
            </a:r>
            <a:r>
              <a:rPr lang="en" sz="1600"/>
              <a:t>: Manage the size, spacing, and placement of grid items across both axes.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050" y="351250"/>
            <a:ext cx="6274950" cy="44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Core CSS Grid Concepts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400"/>
              <a:t>Grid Container vs. Grid Items</a:t>
            </a:r>
            <a:r>
              <a:rPr lang="en" sz="2400"/>
              <a:t>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 </a:t>
            </a:r>
            <a:r>
              <a:rPr b="1" lang="en" sz="2400"/>
              <a:t>container</a:t>
            </a:r>
            <a:r>
              <a:rPr lang="en" sz="2400"/>
              <a:t> is the parent element with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display: grid</a:t>
            </a:r>
            <a:r>
              <a:rPr lang="en" sz="2400"/>
              <a:t>, and the </a:t>
            </a:r>
            <a:r>
              <a:rPr b="1" lang="en" sz="2400"/>
              <a:t>items</a:t>
            </a:r>
            <a:r>
              <a:rPr lang="en" sz="2400"/>
              <a:t> are the children that will be placed inside the grid.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Rows and Columns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You can define how many </a:t>
            </a:r>
            <a:r>
              <a:rPr b="1" lang="en" sz="2100"/>
              <a:t>rows</a:t>
            </a:r>
            <a:r>
              <a:rPr lang="en" sz="2100"/>
              <a:t> and </a:t>
            </a:r>
            <a:r>
              <a:rPr b="1" lang="en" sz="2100"/>
              <a:t>columns</a:t>
            </a:r>
            <a:r>
              <a:rPr lang="en" sz="2100"/>
              <a:t> your grid should have using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grid-template-rows</a:t>
            </a:r>
            <a:r>
              <a:rPr lang="en" sz="2100"/>
              <a:t> and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grid-template-columns</a:t>
            </a:r>
            <a:r>
              <a:rPr lang="en" sz="2100"/>
              <a:t>.</a:t>
            </a:r>
            <a:endParaRPr sz="2500"/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325" y="3172000"/>
            <a:ext cx="5493900" cy="175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Grid Gaps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grid-gap</a:t>
            </a:r>
            <a:r>
              <a:rPr lang="en" sz="2400"/>
              <a:t> to define the space between grid items:</a:t>
            </a:r>
            <a:endParaRPr sz="2800"/>
          </a:p>
        </p:txBody>
      </p:sp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425" y="2795350"/>
            <a:ext cx="2706600" cy="203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Advanced Grid Features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Grid Lines, Areas, and Naming:</a:t>
            </a:r>
            <a:endParaRPr/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Grid lines</a:t>
            </a:r>
            <a:r>
              <a:rPr lang="en" sz="2000"/>
              <a:t>: These define where rows and columns start and end.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Grid areas</a:t>
            </a:r>
            <a:r>
              <a:rPr lang="en" sz="2000"/>
              <a:t>: You can name areas in the grid to simplify placement.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403" y="2810003"/>
            <a:ext cx="3042000" cy="233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Spanning Multiple Rows/Columns</a:t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" sz="2700"/>
              <a:t>Items can span across multiple rows or columns.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63" y="2571750"/>
            <a:ext cx="4090800" cy="2411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Auto-fill and Auto-f</a:t>
            </a:r>
            <a:endParaRPr/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Use </a:t>
            </a: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auto-fill</a:t>
            </a:r>
            <a:r>
              <a:rPr lang="en" sz="2500"/>
              <a:t> and </a:t>
            </a: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auto-fit</a:t>
            </a:r>
            <a:r>
              <a:rPr lang="en" sz="2500"/>
              <a:t> for responsive grid items that adjust to the screen size.</a:t>
            </a:r>
            <a:endParaRPr sz="2900"/>
          </a:p>
        </p:txBody>
      </p:sp>
      <p:pic>
        <p:nvPicPr>
          <p:cNvPr id="163" name="Google Shape;1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500" y="3383905"/>
            <a:ext cx="7231200" cy="160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Combining Flexbox and CSS Grid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Why Combine Flexbox and Grid?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While </a:t>
            </a:r>
            <a:r>
              <a:rPr b="1" lang="en" sz="1600"/>
              <a:t>CSS Grid</a:t>
            </a:r>
            <a:r>
              <a:rPr lang="en" sz="1600"/>
              <a:t> is great for two-dimensional layouts, </a:t>
            </a:r>
            <a:r>
              <a:rPr b="1" lang="en" sz="1600"/>
              <a:t>Flexbox</a:t>
            </a:r>
            <a:r>
              <a:rPr lang="en" sz="1600"/>
              <a:t> excels at one-dimensional layouts. Combining both allows for complex, flexible layouts that adapt to varying screen sizes.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instance, use </a:t>
            </a:r>
            <a:r>
              <a:rPr b="1" lang="en" sz="1600"/>
              <a:t>CSS Grid</a:t>
            </a:r>
            <a:r>
              <a:rPr lang="en" sz="1600"/>
              <a:t> for the overall page layout and </a:t>
            </a:r>
            <a:r>
              <a:rPr b="1" lang="en" sz="1600"/>
              <a:t>Flexbox</a:t>
            </a:r>
            <a:r>
              <a:rPr lang="en" sz="1600"/>
              <a:t> for the individual components inside the grid.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Real-World Example</a:t>
            </a:r>
            <a:r>
              <a:rPr lang="en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</a:t>
            </a:r>
            <a:r>
              <a:rPr b="1" lang="en" sz="1600"/>
              <a:t>two-column layout</a:t>
            </a:r>
            <a:r>
              <a:rPr lang="en" sz="1600"/>
              <a:t> with </a:t>
            </a:r>
            <a:r>
              <a:rPr b="1" lang="en" sz="1600"/>
              <a:t>CSS Grid</a:t>
            </a:r>
            <a:r>
              <a:rPr lang="en" sz="1600"/>
              <a:t>, and inside each column, use </a:t>
            </a:r>
            <a:r>
              <a:rPr b="1" lang="en" sz="1600"/>
              <a:t>Flexbox</a:t>
            </a:r>
            <a:r>
              <a:rPr lang="en" sz="1600"/>
              <a:t> for alignment and spacing of items.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421825" cy="48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Practical Example: Building a Page Layout with Grid and Flexbox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538025" cy="36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553850" y="3393650"/>
            <a:ext cx="8397900" cy="1557600"/>
          </a:xfrm>
          <a:prstGeom prst="rect">
            <a:avLst/>
          </a:prstGeom>
          <a:noFill/>
          <a:ln cap="flat" cmpd="sng" w="19050">
            <a:solidFill>
              <a:srgbClr val="F2F2F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Grid for Structure</a:t>
            </a: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Define the page layout with a grid, creating areas for a header, sidebar, main content, and footer.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/>
        </p:nvSpPr>
        <p:spPr>
          <a:xfrm>
            <a:off x="337050" y="372500"/>
            <a:ext cx="7760400" cy="140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Flexbox for Content Alignment</a:t>
            </a:r>
            <a:r>
              <a:rPr b="0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0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Inside the </a:t>
            </a:r>
            <a:r>
              <a:rPr b="1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main content area</a:t>
            </a:r>
            <a:r>
              <a:rPr b="0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use </a:t>
            </a:r>
            <a:r>
              <a:rPr b="1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Flexbox</a:t>
            </a:r>
            <a:r>
              <a:rPr b="0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align text, images, or cards in a row or column format.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550" y="1858000"/>
            <a:ext cx="6053775" cy="31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Best Practices and Common Pitfalls</a:t>
            </a:r>
            <a:endParaRPr/>
          </a:p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Best Practices</a:t>
            </a:r>
            <a:r>
              <a:rPr lang="en" sz="1900"/>
              <a:t>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Use </a:t>
            </a:r>
            <a:r>
              <a:rPr b="1" lang="en" sz="1900"/>
              <a:t>CSS Grid</a:t>
            </a:r>
            <a:r>
              <a:rPr lang="en" sz="1900"/>
              <a:t> for complex layouts with rows and columns.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Use </a:t>
            </a:r>
            <a:r>
              <a:rPr b="1" lang="en" sz="1900"/>
              <a:t>Flexbox</a:t>
            </a:r>
            <a:r>
              <a:rPr lang="en" sz="1900"/>
              <a:t> for simple, one-dimensional layouts within grid items.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Make use of </a:t>
            </a:r>
            <a:r>
              <a:rPr b="1" lang="en" sz="1900"/>
              <a:t>grid areas</a:t>
            </a:r>
            <a:r>
              <a:rPr lang="en" sz="1900"/>
              <a:t> to simplify layout placement.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Common Pitfalls</a:t>
            </a:r>
            <a:r>
              <a:rPr lang="en" sz="1900"/>
              <a:t>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Overcomplicating layouts: Don’t use Grid for simple, one-dimensional layouts.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Forgetting to add </a:t>
            </a:r>
            <a:r>
              <a:rPr b="1" lang="en" sz="1900"/>
              <a:t>grid-gap</a:t>
            </a:r>
            <a:r>
              <a:rPr lang="en" sz="1900"/>
              <a:t> to improve spacing between items.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Real-World Example</a:t>
            </a:r>
            <a:endParaRPr/>
          </a:p>
        </p:txBody>
      </p:sp>
      <p:sp>
        <p:nvSpPr>
          <p:cNvPr id="203" name="Google Shape;203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Case Study</a:t>
            </a:r>
            <a:r>
              <a:rPr lang="en" sz="1900"/>
              <a:t>: An </a:t>
            </a:r>
            <a:r>
              <a:rPr b="1" lang="en" sz="1900"/>
              <a:t>online store</a:t>
            </a:r>
            <a:r>
              <a:rPr lang="en" sz="1900"/>
              <a:t> layout using CSS Grid for the main structure and Flexbox for individual product cards.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Grid Layout</a:t>
            </a:r>
            <a:r>
              <a:rPr lang="en" sz="1900"/>
              <a:t>: Dividing the page into header, sidebar, content, and footer.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Flexbox Layout</a:t>
            </a:r>
            <a:r>
              <a:rPr lang="en" sz="1900"/>
              <a:t>: Aligning product images and text descriptions within product cards.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Summary of Key Points</a:t>
            </a:r>
            <a:endParaRPr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CSS Grid</a:t>
            </a:r>
            <a:r>
              <a:rPr lang="en" sz="2100"/>
              <a:t>: Powerful for building two-dimensional layouts with fine control over rows, columns, and areas.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Flexbox</a:t>
            </a:r>
            <a:r>
              <a:rPr lang="en" sz="2100"/>
              <a:t>: Best suited for one-dimensional layouts, aligning content in rows or columns.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Combining Grid and Flexbox</a:t>
            </a:r>
            <a:r>
              <a:rPr lang="en" sz="2100"/>
              <a:t>: Utilize both systems together for flexible and responsive designs.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Coding Lab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the Coding Lab</a:t>
            </a:r>
            <a:endParaRPr/>
          </a:p>
        </p:txBody>
      </p:sp>
      <p:sp>
        <p:nvSpPr>
          <p:cNvPr id="220" name="Google Shape;220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Objective</a:t>
            </a:r>
            <a:r>
              <a:rPr lang="en" sz="2200"/>
              <a:t>: In this lab, you will create a complex layout using </a:t>
            </a:r>
            <a:r>
              <a:rPr b="1" lang="en" sz="2200"/>
              <a:t>CSS Grid</a:t>
            </a:r>
            <a:r>
              <a:rPr lang="en" sz="2200"/>
              <a:t> for the overall structure and </a:t>
            </a:r>
            <a:r>
              <a:rPr b="1" lang="en" sz="2200"/>
              <a:t>Flexbox</a:t>
            </a:r>
            <a:r>
              <a:rPr lang="en" sz="2200"/>
              <a:t> for aligning content inside grid areas.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Skills Covered</a:t>
            </a:r>
            <a:r>
              <a:rPr lang="en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Implementing a </a:t>
            </a:r>
            <a:r>
              <a:rPr b="1" lang="en" sz="2200"/>
              <a:t>two-dimensional layout</a:t>
            </a:r>
            <a:r>
              <a:rPr lang="en" sz="2200"/>
              <a:t> using CSS Grid.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Using </a:t>
            </a:r>
            <a:r>
              <a:rPr b="1" lang="en" sz="2200"/>
              <a:t>Flexbox</a:t>
            </a:r>
            <a:r>
              <a:rPr lang="en" sz="2200"/>
              <a:t> within grid items for alignment and spacing.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1 - Create the Grid Structure</a:t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3000"/>
              <a:t>Step-by-Step</a:t>
            </a:r>
            <a:r>
              <a:rPr lang="en" sz="3000"/>
              <a:t>: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Create a </a:t>
            </a:r>
            <a:r>
              <a:rPr b="1" lang="en" sz="3000"/>
              <a:t>grid container</a:t>
            </a:r>
            <a:r>
              <a:rPr lang="en" sz="3000"/>
              <a:t>.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Define the </a:t>
            </a:r>
            <a:r>
              <a:rPr b="1" lang="en" sz="3000"/>
              <a:t>header</a:t>
            </a:r>
            <a:r>
              <a:rPr lang="en" sz="3000"/>
              <a:t>, </a:t>
            </a:r>
            <a:r>
              <a:rPr b="1" lang="en" sz="3000"/>
              <a:t>sidebar</a:t>
            </a:r>
            <a:r>
              <a:rPr lang="en" sz="3000"/>
              <a:t>, </a:t>
            </a:r>
            <a:r>
              <a:rPr b="1" lang="en" sz="3000"/>
              <a:t>main content</a:t>
            </a:r>
            <a:r>
              <a:rPr lang="en" sz="3000"/>
              <a:t>, and </a:t>
            </a:r>
            <a:r>
              <a:rPr b="1" lang="en" sz="3000"/>
              <a:t>footer</a:t>
            </a:r>
            <a:r>
              <a:rPr lang="en" sz="3000"/>
              <a:t> using </a:t>
            </a:r>
            <a:r>
              <a:rPr b="1" lang="en" sz="3000"/>
              <a:t>grid areas</a:t>
            </a:r>
            <a:r>
              <a:rPr lang="en" sz="3000"/>
              <a:t>.</a:t>
            </a:r>
            <a:endParaRPr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6875750" cy="46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Task 2 - Implement Flexbox Inside Grid Items</a:t>
            </a:r>
            <a:endParaRPr/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3000"/>
              <a:t>Step-by-Step</a:t>
            </a:r>
            <a:r>
              <a:rPr lang="en" sz="3000"/>
              <a:t>: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Inside the </a:t>
            </a:r>
            <a:r>
              <a:rPr b="1" lang="en" sz="3000"/>
              <a:t>main content area</a:t>
            </a:r>
            <a:r>
              <a:rPr lang="en" sz="3000"/>
              <a:t>, use </a:t>
            </a:r>
            <a:r>
              <a:rPr b="1" lang="en" sz="3000"/>
              <a:t>Flexbox</a:t>
            </a:r>
            <a:r>
              <a:rPr lang="en" sz="3000"/>
              <a:t> to align product items.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Align product cards </a:t>
            </a:r>
            <a:r>
              <a:rPr b="1" lang="en" sz="3000"/>
              <a:t>horizontally</a:t>
            </a:r>
            <a:r>
              <a:rPr lang="en" sz="3000"/>
              <a:t> using </a:t>
            </a:r>
            <a:r>
              <a:rPr lang="en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flex-direction: row</a:t>
            </a:r>
            <a:r>
              <a:rPr lang="en" sz="3000"/>
              <a:t>.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75" y="834750"/>
            <a:ext cx="7200175" cy="32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3 - Add Responsive Design</a:t>
            </a:r>
            <a:endParaRPr/>
          </a:p>
        </p:txBody>
      </p:sp>
      <p:sp>
        <p:nvSpPr>
          <p:cNvPr id="248" name="Google Shape;248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Objective</a:t>
            </a:r>
            <a:r>
              <a:rPr lang="en" sz="2000"/>
              <a:t>: Ensure the layout adjusts properly on different screen sizes.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 </a:t>
            </a:r>
            <a:r>
              <a:rPr b="1" lang="en" sz="2000"/>
              <a:t>media queries</a:t>
            </a:r>
            <a:r>
              <a:rPr lang="en" sz="2000"/>
              <a:t> to change the grid layout for smaller screens.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  <p:pic>
        <p:nvPicPr>
          <p:cNvPr id="249" name="Google Shape;2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5" y="3070800"/>
            <a:ext cx="3815400" cy="1875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https://github.com/CODE-CRUNCH-CLUB/C8-CRUNCH-LABS-WEB-DEV</a:t>
            </a:r>
            <a:endParaRPr/>
          </a:p>
        </p:txBody>
      </p:sp>
      <p:pic>
        <p:nvPicPr>
          <p:cNvPr id="260" name="Google Shape;26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125" y="2716325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1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1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69" name="Google Shape;269;p31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270" name="Google Shape;270;p31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" name="Google Shape;272;p31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31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275" name="Google Shape;275;p31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31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289" name="Google Shape;289;p31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1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1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1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1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 our schedule on Discord “Schedule” Channel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1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1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1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1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1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1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5" name="Google Shape;30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