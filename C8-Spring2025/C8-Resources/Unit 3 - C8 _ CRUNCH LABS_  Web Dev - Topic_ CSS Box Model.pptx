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Roboto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i5zMsz1cADQN9PoJAwUKbAJGg2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4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6.xml"/><Relationship Id="rId44" Type="http://schemas.openxmlformats.org/officeDocument/2006/relationships/font" Target="fonts/RobotoMono-bold.fntdata"/><Relationship Id="rId21" Type="http://schemas.openxmlformats.org/officeDocument/2006/relationships/slide" Target="slides/slide15.xml"/><Relationship Id="rId43" Type="http://schemas.openxmlformats.org/officeDocument/2006/relationships/font" Target="fonts/RobotoMono-regular.fntdata"/><Relationship Id="rId24" Type="http://schemas.openxmlformats.org/officeDocument/2006/relationships/slide" Target="slides/slide18.xml"/><Relationship Id="rId46" Type="http://schemas.openxmlformats.org/officeDocument/2006/relationships/font" Target="fonts/RobotoMono-boldItalic.fntdata"/><Relationship Id="rId23" Type="http://schemas.openxmlformats.org/officeDocument/2006/relationships/slide" Target="slides/slide17.xml"/><Relationship Id="rId45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83448699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2d83448699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" name="Google Shape;18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9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9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0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1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1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" name="Google Shape;36;p5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2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2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52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5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3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5" name="Google Shape;45;p5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4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4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54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5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5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5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5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7" name="Google Shape;57;p5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6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56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1" name="Google Shape;61;p5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5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5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5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6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6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6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36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5" name="Google Shape;85;p3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6" name="Google Shape;86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9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9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9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93" name="Google Shape;93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6" name="Google Shape;96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9" name="Google Shape;99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4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4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4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3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3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0" name="Google Shape;110;p43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43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4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4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7" name="Google Shape;117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5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5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5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2" name="Google Shape;122;p45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6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8" name="Google Shape;128;p46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4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7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3" name="Google Shape;133;p47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4" name="Google Shape;134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3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16750" y="0"/>
            <a:ext cx="1127250" cy="1127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3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3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16750" y="0"/>
            <a:ext cx="1127250" cy="1127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5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834486993_0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n a blue background&#10;&#10;Description automatically generated" id="140" name="Google Shape;140;g2d834486993_0_0"/>
          <p:cNvPicPr preferRelativeResize="0"/>
          <p:nvPr/>
        </p:nvPicPr>
        <p:blipFill rotWithShape="1">
          <a:blip r:embed="rId3">
            <a:alphaModFix/>
          </a:blip>
          <a:srcRect b="0" l="0" r="2780" t="0"/>
          <a:stretch/>
        </p:blipFill>
        <p:spPr>
          <a:xfrm>
            <a:off x="3082595" y="8"/>
            <a:ext cx="6061405" cy="5143500"/>
          </a:xfrm>
          <a:custGeom>
            <a:rect b="b" l="l" r="r" t="t"/>
            <a:pathLst>
              <a:path extrusionOk="0" h="6858000" w="8081873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41" name="Google Shape;141;g2d834486993_0_0"/>
          <p:cNvSpPr/>
          <p:nvPr/>
        </p:nvSpPr>
        <p:spPr>
          <a:xfrm>
            <a:off x="0" y="0"/>
            <a:ext cx="3719285" cy="51435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902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2d834486993_0_0"/>
          <p:cNvSpPr/>
          <p:nvPr/>
        </p:nvSpPr>
        <p:spPr>
          <a:xfrm>
            <a:off x="0" y="0"/>
            <a:ext cx="3711665" cy="51435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2d834486993_0_0"/>
          <p:cNvSpPr/>
          <p:nvPr/>
        </p:nvSpPr>
        <p:spPr>
          <a:xfrm>
            <a:off x="360772" y="3410190"/>
            <a:ext cx="30174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2d834486993_0_0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2d834486993_0_0"/>
          <p:cNvSpPr txBox="1"/>
          <p:nvPr/>
        </p:nvSpPr>
        <p:spPr>
          <a:xfrm>
            <a:off x="285250" y="36753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2d83448699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7" name="Google Shape;147;g2d834486993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7999" y="3515925"/>
            <a:ext cx="1096474" cy="10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2d834486993_0_0"/>
          <p:cNvSpPr/>
          <p:nvPr/>
        </p:nvSpPr>
        <p:spPr>
          <a:xfrm>
            <a:off x="3719275" y="0"/>
            <a:ext cx="54249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d834486993_0_0"/>
          <p:cNvSpPr/>
          <p:nvPr/>
        </p:nvSpPr>
        <p:spPr>
          <a:xfrm rot="10800000">
            <a:off x="2979225" y="0"/>
            <a:ext cx="2509950" cy="5143500"/>
          </a:xfrm>
          <a:prstGeom prst="flowChartOnlineStorag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2d834486993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470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2d834486993_0_0"/>
          <p:cNvSpPr txBox="1"/>
          <p:nvPr/>
        </p:nvSpPr>
        <p:spPr>
          <a:xfrm>
            <a:off x="1990300" y="-109500"/>
            <a:ext cx="47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g2d834486993_0_0"/>
          <p:cNvSpPr txBox="1"/>
          <p:nvPr/>
        </p:nvSpPr>
        <p:spPr>
          <a:xfrm>
            <a:off x="62700" y="294802"/>
            <a:ext cx="32838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Welcome to Code Crunch!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" sz="350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lang="en" sz="3500">
                <a:solidFill>
                  <a:srgbClr val="000000"/>
                </a:solidFill>
              </a:rPr>
              <a:t>Crunch </a:t>
            </a:r>
            <a:r>
              <a:rPr b="1" lang="en" sz="3500"/>
              <a:t>Labs: Web Dev</a:t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8"/>
              <a:t>THU 3-4PM Weekly | Spring 2025</a:t>
            </a:r>
            <a:endParaRPr b="1" sz="3500">
              <a:solidFill>
                <a:srgbClr val="000000"/>
              </a:solidFill>
            </a:endParaRPr>
          </a:p>
        </p:txBody>
      </p:sp>
      <p:sp>
        <p:nvSpPr>
          <p:cNvPr id="153" name="Google Shape;153;g2d834486993_0_0"/>
          <p:cNvSpPr txBox="1"/>
          <p:nvPr/>
        </p:nvSpPr>
        <p:spPr>
          <a:xfrm>
            <a:off x="360775" y="40738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"/>
              <a:buFont typeface="Arial"/>
              <a:buNone/>
            </a:pPr>
            <a:r>
              <a:rPr b="1" lang="en" sz="900"/>
              <a:t>Earn a Certificate of Completion by attending at least 70% of the workshops</a:t>
            </a:r>
            <a:endParaRPr b="0" i="0" sz="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Week #3</a:t>
            </a:r>
            <a:endParaRPr/>
          </a:p>
        </p:txBody>
      </p:sp>
      <p:sp>
        <p:nvSpPr>
          <p:cNvPr id="159" name="Google Shape;159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Understanding the Box Model and Building Responsive Layouts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Introduction to the Week’s Topic</a:t>
            </a:r>
            <a:endParaRPr/>
          </a:p>
        </p:txBody>
      </p:sp>
      <p:sp>
        <p:nvSpPr>
          <p:cNvPr id="165" name="Google Shape;165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/>
              <a:t>Overview</a:t>
            </a:r>
            <a:r>
              <a:rPr lang="en"/>
              <a:t>: Today’s lesson focuses on the </a:t>
            </a:r>
            <a:r>
              <a:rPr b="1" lang="en"/>
              <a:t>CSS Box Model</a:t>
            </a:r>
            <a:r>
              <a:rPr lang="en"/>
              <a:t> and </a:t>
            </a:r>
            <a:r>
              <a:rPr b="1" lang="en"/>
              <a:t>Flexbox</a:t>
            </a:r>
            <a:r>
              <a:rPr lang="en"/>
              <a:t>, two essential concepts for layout design in modern web development.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/>
              <a:t>Real-World Relevance</a:t>
            </a:r>
            <a:r>
              <a:rPr lang="en"/>
              <a:t>: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The </a:t>
            </a:r>
            <a:r>
              <a:rPr b="1" lang="en"/>
              <a:t>CSS Box Model</a:t>
            </a:r>
            <a:r>
              <a:rPr lang="en"/>
              <a:t> is fundamental for understanding how elements behave within their containers, including spacing and borders.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/>
              <a:t>Flexbox</a:t>
            </a:r>
            <a:r>
              <a:rPr lang="en"/>
              <a:t> allows for flexible, responsive layouts without complex CSS rules.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/>
              <a:t>Example</a:t>
            </a:r>
            <a:r>
              <a:rPr lang="en"/>
              <a:t>: Show two examples of the same webpage layout: one with traditional floats and the other using Flexbox, highlighting the ease and responsiveness of Flexbox.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Key Concepts for Today’s Lecture</a:t>
            </a:r>
            <a:endParaRPr/>
          </a:p>
        </p:txBody>
      </p:sp>
      <p:sp>
        <p:nvSpPr>
          <p:cNvPr id="171" name="Google Shape;171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Concepts Covered</a:t>
            </a:r>
            <a:r>
              <a:rPr lang="en" sz="2300"/>
              <a:t>: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CSS Box Model: Understanding margins, padding, borders, and content.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Flexbox Layout: Creating responsive layouts with Flexbox.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Using Flexbox for alignment and distribution of elements.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the CSS Box Model</a:t>
            </a:r>
            <a:endParaRPr/>
          </a:p>
        </p:txBody>
      </p:sp>
      <p:sp>
        <p:nvSpPr>
          <p:cNvPr id="177" name="Google Shape;177;p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What is the Box Model?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Box Model is a box that wraps around every HTML element, consisting of: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Content</a:t>
            </a:r>
            <a:r>
              <a:rPr lang="en" sz="1600"/>
              <a:t>: The actual content of the box (text, images, etc.).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Padding</a:t>
            </a:r>
            <a:r>
              <a:rPr lang="en" sz="1600"/>
              <a:t>: Space between the content and the border.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Border</a:t>
            </a:r>
            <a:r>
              <a:rPr lang="en" sz="1600"/>
              <a:t>: The area surrounding the padding (optional).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Margin</a:t>
            </a:r>
            <a:r>
              <a:rPr lang="en" sz="1600"/>
              <a:t>: The outermost space around the box, separating it from other elements.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Visual Representation</a:t>
            </a:r>
            <a:r>
              <a:rPr lang="en" sz="1600"/>
              <a:t>: Show a diagram of a box model, illustrating content, padding, border, and margin.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6"/>
          <p:cNvPicPr preferRelativeResize="0"/>
          <p:nvPr/>
        </p:nvPicPr>
        <p:blipFill rotWithShape="1">
          <a:blip r:embed="rId3">
            <a:alphaModFix/>
          </a:blip>
          <a:srcRect b="1259" l="0" r="0" t="5359"/>
          <a:stretch/>
        </p:blipFill>
        <p:spPr>
          <a:xfrm>
            <a:off x="158800" y="359813"/>
            <a:ext cx="7871800" cy="460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Box Model Details: Content, Padding, Border, Margin</a:t>
            </a:r>
            <a:endParaRPr/>
          </a:p>
        </p:txBody>
      </p:sp>
      <p:sp>
        <p:nvSpPr>
          <p:cNvPr id="188" name="Google Shape;188;p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/>
              <a:t>Content</a:t>
            </a:r>
            <a:r>
              <a:rPr lang="en"/>
              <a:t>: The area where the element’s content is displayed (e.g., text, images).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/>
              <a:t>Padding</a:t>
            </a:r>
            <a:r>
              <a:rPr lang="en"/>
              <a:t>: The space between the content and the element’s border. Padding increases the total size of the box.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/>
              <a:t>Border</a:t>
            </a:r>
            <a:r>
              <a:rPr lang="en"/>
              <a:t>: A border wraps the padding, and its width adds to the total size of the box.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/>
              <a:t>Margin</a:t>
            </a:r>
            <a:r>
              <a:rPr lang="en"/>
              <a:t>: The outermost space around the box, used to create space between elements.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Box Model</a:t>
            </a:r>
            <a:endParaRPr/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7225" y="89775"/>
            <a:ext cx="6285544" cy="439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Default Box-Sizing</a:t>
            </a:r>
            <a:r>
              <a:rPr lang="en" sz="2100"/>
              <a:t>: The default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box-sizing: content-box</a:t>
            </a:r>
            <a:r>
              <a:rPr lang="en" sz="2100"/>
              <a:t> includes only the content width in the element’s size, which can lead to unexpected layouts.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Using </a:t>
            </a:r>
            <a:r>
              <a:rPr b="1"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box-sizing: border-box</a:t>
            </a:r>
            <a:r>
              <a:rPr lang="en" sz="2100"/>
              <a:t>: This ensures that padding and border are included in the total width and height.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  <p:sp>
        <p:nvSpPr>
          <p:cNvPr id="200" name="Google Shape;200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Understanding Box-Sizing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659425" cy="438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Flexbox</a:t>
            </a:r>
            <a:endParaRPr/>
          </a:p>
        </p:txBody>
      </p:sp>
      <p:sp>
        <p:nvSpPr>
          <p:cNvPr id="211" name="Google Shape;211;p1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/>
              <a:t>What is Flexbox?</a:t>
            </a:r>
            <a:endParaRPr b="1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Flexbox is a one-dimensional layout model that allows you to distribute space within a container, making it easy to design complex layouts.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It provides an efficient way to align and distribute elements within a container, both horizontally and vertically, without the need for floats or positioning.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/>
              <a:t>Core Concept</a:t>
            </a:r>
            <a:r>
              <a:rPr lang="en"/>
              <a:t>: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Flexbox layouts are based on a </a:t>
            </a:r>
            <a:r>
              <a:rPr b="1" lang="en"/>
              <a:t>flex container</a:t>
            </a:r>
            <a:r>
              <a:rPr lang="en"/>
              <a:t> and </a:t>
            </a:r>
            <a:r>
              <a:rPr b="1" lang="en"/>
              <a:t>flex items</a:t>
            </a:r>
            <a:r>
              <a:rPr lang="en"/>
              <a:t> inside it.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/>
              <a:t>Visual Example</a:t>
            </a:r>
            <a:r>
              <a:rPr lang="en"/>
              <a:t>: Show how Flexbox works with simple horizontal and vertical alignment examples.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Flexbox Properties Overview</a:t>
            </a:r>
            <a:endParaRPr/>
          </a:p>
        </p:txBody>
      </p:sp>
      <p:sp>
        <p:nvSpPr>
          <p:cNvPr id="217" name="Google Shape;217;p1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317"/>
              <a:t>Container Properties</a:t>
            </a:r>
            <a:r>
              <a:rPr lang="en" sz="1317"/>
              <a:t>:</a:t>
            </a:r>
            <a:endParaRPr sz="1317"/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8"/>
              <a:buAutoNum type="arabicPeriod"/>
            </a:pPr>
            <a:r>
              <a:rPr lang="en" sz="13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display: flex</a:t>
            </a:r>
            <a:r>
              <a:rPr lang="en" sz="1317"/>
              <a:t>: Defines the container as a flex container.</a:t>
            </a:r>
            <a:endParaRPr sz="1317"/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8"/>
              <a:buAutoNum type="arabicPeriod"/>
            </a:pPr>
            <a:r>
              <a:rPr lang="en" sz="13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lang="en" sz="1317"/>
              <a:t>: Defines the direction of flex items (row or column).</a:t>
            </a:r>
            <a:endParaRPr sz="1317"/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8"/>
              <a:buAutoNum type="arabicPeriod"/>
            </a:pPr>
            <a:r>
              <a:rPr lang="en" sz="13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lang="en" sz="1317"/>
              <a:t>: Aligns items along the main axis (e.g., start, center, space-between).</a:t>
            </a:r>
            <a:endParaRPr sz="1317"/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8"/>
              <a:buAutoNum type="arabicPeriod"/>
            </a:pPr>
            <a:r>
              <a:rPr lang="en" sz="13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r>
              <a:rPr lang="en" sz="1317"/>
              <a:t>: Aligns items along the cross axis (e.g., start, center, stretch).</a:t>
            </a:r>
            <a:endParaRPr sz="1317"/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8"/>
              <a:buAutoNum type="arabicPeriod"/>
            </a:pPr>
            <a:r>
              <a:rPr lang="en" sz="13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flex-wrap</a:t>
            </a:r>
            <a:r>
              <a:rPr lang="en" sz="1317"/>
              <a:t>: Defines if items should wrap onto new lines.</a:t>
            </a:r>
            <a:endParaRPr sz="131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317"/>
              <a:t>Item Properties</a:t>
            </a:r>
            <a:r>
              <a:rPr lang="en" sz="1317"/>
              <a:t>:</a:t>
            </a:r>
            <a:endParaRPr sz="1317"/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8"/>
              <a:buAutoNum type="arabicPeriod"/>
            </a:pPr>
            <a:r>
              <a:rPr lang="en" sz="13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flex-grow</a:t>
            </a:r>
            <a:r>
              <a:rPr lang="en" sz="1317"/>
              <a:t>: Defines how much a flex item should grow relative to other items.</a:t>
            </a:r>
            <a:endParaRPr sz="1317"/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8"/>
              <a:buAutoNum type="arabicPeriod"/>
            </a:pPr>
            <a:r>
              <a:rPr lang="en" sz="13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flex-shrink</a:t>
            </a:r>
            <a:r>
              <a:rPr lang="en" sz="1317"/>
              <a:t>: Defines how much a flex item should shrink relative to other items.</a:t>
            </a:r>
            <a:endParaRPr sz="1317"/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8"/>
              <a:buAutoNum type="arabicPeriod"/>
            </a:pPr>
            <a:r>
              <a:rPr lang="en" sz="13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flex-basis</a:t>
            </a:r>
            <a:r>
              <a:rPr lang="en" sz="1317"/>
              <a:t>: Defines the initial size of a flex item.</a:t>
            </a:r>
            <a:endParaRPr sz="1317"/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8"/>
              <a:buAutoNum type="arabicPeriod"/>
            </a:pPr>
            <a:r>
              <a:rPr lang="en" sz="13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align-self</a:t>
            </a:r>
            <a:r>
              <a:rPr lang="en" sz="1317"/>
              <a:t>: Allows individual items to override the </a:t>
            </a:r>
            <a:r>
              <a:rPr lang="en" sz="13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r>
              <a:rPr lang="en" sz="1317"/>
              <a:t> setting.</a:t>
            </a:r>
            <a:endParaRPr sz="131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87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Flexbox Example: Creating a Simple Layout</a:t>
            </a:r>
            <a:endParaRPr/>
          </a:p>
        </p:txBody>
      </p:sp>
      <p:sp>
        <p:nvSpPr>
          <p:cNvPr id="223" name="Google Shape;223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24" name="Google Shape;2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325" y="1764200"/>
            <a:ext cx="4648200" cy="325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Creating a Centered Layout |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Align items both horizontally and vertically using justify-content and align-items.</a:t>
            </a:r>
            <a:endParaRPr/>
          </a:p>
        </p:txBody>
      </p:sp>
      <p:sp>
        <p:nvSpPr>
          <p:cNvPr id="230" name="Google Shape;230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31" name="Google Shape;2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382" y="1919075"/>
            <a:ext cx="5358900" cy="3109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Wrapping Flex Items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Allow items to wrap onto new lines if there isn’t enough space using</a:t>
            </a:r>
            <a:endParaRPr/>
          </a:p>
        </p:txBody>
      </p:sp>
      <p:sp>
        <p:nvSpPr>
          <p:cNvPr id="237" name="Google Shape;237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38" name="Google Shape;2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50" y="2015550"/>
            <a:ext cx="6149700" cy="279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Summary of Key Points</a:t>
            </a:r>
            <a:endParaRPr/>
          </a:p>
        </p:txBody>
      </p:sp>
      <p:sp>
        <p:nvSpPr>
          <p:cNvPr id="244" name="Google Shape;244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CSS Box Model</a:t>
            </a:r>
            <a:r>
              <a:rPr lang="en" sz="1900"/>
              <a:t>: Essential for understanding element dimensions and spacing.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Flexbox</a:t>
            </a:r>
            <a:r>
              <a:rPr lang="en" sz="1900"/>
              <a:t>: Simplifies layout creation with flexible containers and responsive design features.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Takeaways</a:t>
            </a:r>
            <a:r>
              <a:rPr lang="en" sz="1900"/>
              <a:t>: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Use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box-sizing: border-box</a:t>
            </a:r>
            <a:r>
              <a:rPr lang="en" sz="1900"/>
              <a:t> for easier layout management.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Flexbox properties like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lang="en" sz="1900"/>
              <a:t>,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r>
              <a:rPr lang="en" sz="1900"/>
              <a:t>, and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flex-wrap</a:t>
            </a:r>
            <a:r>
              <a:rPr lang="en" sz="1900"/>
              <a:t> make creating responsive layouts simple and intuitive.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Coding Lab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Introduction to the Coding Lab</a:t>
            </a:r>
            <a:endParaRPr/>
          </a:p>
        </p:txBody>
      </p:sp>
      <p:sp>
        <p:nvSpPr>
          <p:cNvPr id="255" name="Google Shape;255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Objective</a:t>
            </a:r>
            <a:r>
              <a:rPr lang="en" sz="2200"/>
              <a:t>: In this lab, students will apply Flexbox to create a responsive navigation bar and layout.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Skills Covered</a:t>
            </a:r>
            <a:r>
              <a:rPr lang="en" sz="2200"/>
              <a:t>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Applying Flexbox properties.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Building responsive layouts.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Creating a navigation bar with Flexbox.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Setting Up the Development Environment</a:t>
            </a:r>
            <a:endParaRPr/>
          </a:p>
        </p:txBody>
      </p:sp>
      <p:sp>
        <p:nvSpPr>
          <p:cNvPr id="261" name="Google Shape;261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3200"/>
              <a:t>Step 1</a:t>
            </a:r>
            <a:r>
              <a:rPr lang="en" sz="3200"/>
              <a:t>: Open your project folder from Week 2.</a:t>
            </a:r>
            <a:endParaRPr sz="3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3200"/>
              <a:t>Step 2</a:t>
            </a:r>
            <a:r>
              <a:rPr lang="en" sz="3200"/>
              <a:t>: Create a new file named </a:t>
            </a:r>
            <a:r>
              <a:rPr lang="en" sz="3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style.css</a:t>
            </a:r>
            <a:r>
              <a:rPr lang="en" sz="3200"/>
              <a:t> and link it to your </a:t>
            </a:r>
            <a:r>
              <a:rPr lang="en" sz="3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lang="en" sz="3200"/>
              <a:t> file.</a:t>
            </a:r>
            <a:endParaRPr sz="3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Task 1 - Creating the Navigation Bar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r>
              <a:rPr lang="en"/>
              <a:t>Create the HTML structure for the navbar</a:t>
            </a:r>
            <a:endParaRPr/>
          </a:p>
        </p:txBody>
      </p:sp>
      <p:sp>
        <p:nvSpPr>
          <p:cNvPr id="272" name="Google Shape;272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73" name="Google Shape;2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025" y="1761153"/>
            <a:ext cx="5607000" cy="3153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Apply Flexbox styles in style.css</a:t>
            </a:r>
            <a:endParaRPr/>
          </a:p>
        </p:txBody>
      </p:sp>
      <p:sp>
        <p:nvSpPr>
          <p:cNvPr id="279" name="Google Shape;279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80" name="Google Shape;2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88" y="1714563"/>
            <a:ext cx="4010100" cy="3514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Task 2 - Responsive Navigation Bar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 1: Add a media query to change the navbar from a row to a column on small screens.</a:t>
            </a:r>
            <a:endParaRPr/>
          </a:p>
        </p:txBody>
      </p:sp>
      <p:sp>
        <p:nvSpPr>
          <p:cNvPr id="291" name="Google Shape;291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92" name="Google Shape;2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150" y="1919075"/>
            <a:ext cx="5995500" cy="301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Task 3 - Creating a Responsive Layout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HTML structure for a basic two-column layout</a:t>
            </a:r>
            <a:endParaRPr/>
          </a:p>
        </p:txBody>
      </p:sp>
      <p:sp>
        <p:nvSpPr>
          <p:cNvPr id="303" name="Google Shape;303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304" name="Google Shape;3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775" y="1919075"/>
            <a:ext cx="8619900" cy="2102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Apply Flexbox styles</a:t>
            </a:r>
            <a:endParaRPr/>
          </a:p>
        </p:txBody>
      </p:sp>
      <p:sp>
        <p:nvSpPr>
          <p:cNvPr id="310" name="Google Shape;310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100" y="1665725"/>
            <a:ext cx="4550700" cy="345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Debugging and Troubleshooting</a:t>
            </a:r>
            <a:endParaRPr/>
          </a:p>
        </p:txBody>
      </p:sp>
      <p:sp>
        <p:nvSpPr>
          <p:cNvPr id="317" name="Google Shape;317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Common Issues</a:t>
            </a:r>
            <a:r>
              <a:rPr lang="en" sz="2100"/>
              <a:t>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Flexbox layout not displaying correctly due to missing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display: flex</a:t>
            </a:r>
            <a:r>
              <a:rPr lang="en" sz="2100"/>
              <a:t>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Items not wrapping properly because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flex-wrap</a:t>
            </a:r>
            <a:r>
              <a:rPr lang="en" sz="2100"/>
              <a:t> is not used.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Solution</a:t>
            </a:r>
            <a:r>
              <a:rPr lang="en" sz="2100"/>
              <a:t>: Use the browser’s </a:t>
            </a:r>
            <a:r>
              <a:rPr b="1" lang="en" sz="2100"/>
              <a:t>Inspect</a:t>
            </a:r>
            <a:r>
              <a:rPr lang="en" sz="2100"/>
              <a:t> tool to check the CSS styles applied to the elements and adjust accordingly.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323" name="Google Shape;323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Walkthrough</a:t>
            </a:r>
            <a:r>
              <a:rPr lang="en" sz="2300"/>
              <a:t>: Review the lab tasks done so far, ensuring all Flexbox properties are applied correctly and the layout is responsive.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Best Practices</a:t>
            </a:r>
            <a:r>
              <a:rPr lang="en" sz="2300"/>
              <a:t>: Discuss clean code practices and efficiency in Flexbox usage.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 &amp; A Session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https://github.com/CODE-CRUNCH-CLUB/C8-CRUNCH-LABS-WEB-DEV</a:t>
            </a:r>
            <a:endParaRPr/>
          </a:p>
        </p:txBody>
      </p:sp>
      <p:pic>
        <p:nvPicPr>
          <p:cNvPr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8125" y="2716325"/>
            <a:ext cx="2121850" cy="21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"/>
          <p:cNvSpPr/>
          <p:nvPr/>
        </p:nvSpPr>
        <p:spPr>
          <a:xfrm>
            <a:off x="0" y="0"/>
            <a:ext cx="36681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2"/>
          <p:cNvSpPr txBox="1"/>
          <p:nvPr>
            <p:ph type="title"/>
          </p:nvPr>
        </p:nvSpPr>
        <p:spPr>
          <a:xfrm>
            <a:off x="630113" y="2525831"/>
            <a:ext cx="2400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43" name="Google Shape;343;p32"/>
          <p:cNvGrpSpPr/>
          <p:nvPr/>
        </p:nvGrpSpPr>
        <p:grpSpPr>
          <a:xfrm>
            <a:off x="0" y="152182"/>
            <a:ext cx="1432688" cy="532245"/>
            <a:chOff x="2267504" y="2540250"/>
            <a:chExt cx="1990951" cy="739640"/>
          </a:xfrm>
        </p:grpSpPr>
        <p:sp>
          <p:nvSpPr>
            <p:cNvPr id="344" name="Google Shape;344;p32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" name="Google Shape;346;p32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2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chemeClr val="accent6">
              <a:alpha val="29019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8" name="Google Shape;348;p32"/>
          <p:cNvGrpSpPr/>
          <p:nvPr/>
        </p:nvGrpSpPr>
        <p:grpSpPr>
          <a:xfrm>
            <a:off x="3082210" y="4154929"/>
            <a:ext cx="731373" cy="731374"/>
            <a:chOff x="5829300" y="3162300"/>
            <a:chExt cx="532256" cy="532257"/>
          </a:xfrm>
        </p:grpSpPr>
        <p:sp>
          <p:nvSpPr>
            <p:cNvPr id="349" name="Google Shape;349;p32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2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2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2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2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32"/>
          <p:cNvGrpSpPr/>
          <p:nvPr/>
        </p:nvGrpSpPr>
        <p:grpSpPr>
          <a:xfrm>
            <a:off x="4057984" y="366431"/>
            <a:ext cx="4836551" cy="4392555"/>
            <a:chOff x="-73494" y="11035"/>
            <a:chExt cx="6448735" cy="5856740"/>
          </a:xfrm>
        </p:grpSpPr>
        <p:sp>
          <p:nvSpPr>
            <p:cNvPr id="363" name="Google Shape;363;p32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2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2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2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2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2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 our schedule on Discord “Schedule” Channel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2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2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2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2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2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2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2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9" name="Google Shape;379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027" y="3475350"/>
            <a:ext cx="1096474" cy="10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13" y="813394"/>
            <a:ext cx="1628924" cy="162894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