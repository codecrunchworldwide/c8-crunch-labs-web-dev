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7261447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7261447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72680e82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d72680e82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1c44d6e4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1c44d6e4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1c44d6e4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1c44d6e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1c44d6e4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1c44d6e4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44d6e49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44d6e49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1c44d6e49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1c44d6e49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1c44d6e49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1c44d6e49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1c44d6e49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1c44d6e49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1c44d6e49_1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1c44d6e49_1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1c44d6e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1c44d6e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1c44d6e4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1c44d6e4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1c44d6e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1c44d6e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1c44d6e4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1c44d6e4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7279020e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7279020e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72614474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2d72614474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2d72614474f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vercel.com" TargetMode="External"/><Relationship Id="rId4" Type="http://schemas.openxmlformats.org/officeDocument/2006/relationships/hyperlink" Target="https://vercel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p14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>
            <p:ph type="ctrTitle"/>
          </p:nvPr>
        </p:nvSpPr>
        <p:spPr>
          <a:xfrm>
            <a:off x="285250" y="239900"/>
            <a:ext cx="31716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b="1" lang="en" sz="379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Introduction to Web Development</a:t>
            </a:r>
            <a:endParaRPr sz="262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/>
          <p:nvPr/>
        </p:nvSpPr>
        <p:spPr>
          <a:xfrm rot="5400000">
            <a:off x="569938" y="260162"/>
            <a:ext cx="109800" cy="52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85250" y="386665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#11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Showcasing Your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Demo Day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b="1" lang="en" sz="2600"/>
              <a:t>Overview:</a:t>
            </a:r>
            <a:r>
              <a:rPr lang="en" sz="2600"/>
              <a:t> Today’s about presenting your hard work!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Making Your Project Live!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Vercel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What is Vercel?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Vercel is a </a:t>
            </a:r>
            <a:r>
              <a:rPr b="1" lang="en" sz="2200"/>
              <a:t>serverless deployment platform</a:t>
            </a:r>
            <a:r>
              <a:rPr lang="en" sz="2200"/>
              <a:t> that allows you to deploy static sites and front-end web applications with ease.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Fast, simple, and free hosting for projects built with HTML, CSS, JavaScript, and frameworks like React, Next.js, and more.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Step 1 - Create a Vercel Account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Go to Vercel's Website</a:t>
            </a:r>
            <a:r>
              <a:rPr lang="en" sz="1900"/>
              <a:t>: Navigate to</a:t>
            </a:r>
            <a:r>
              <a:rPr lang="en" sz="1900">
                <a:uFill>
                  <a:noFill/>
                </a:uFill>
                <a:hlinkClick r:id="rId3"/>
              </a:rPr>
              <a:t> </a:t>
            </a:r>
            <a:r>
              <a:rPr lang="en" sz="1900" u="sng">
                <a:solidFill>
                  <a:schemeClr val="hlink"/>
                </a:solidFill>
                <a:hlinkClick r:id="rId4"/>
              </a:rPr>
              <a:t>https://vercel.com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Sign Up</a:t>
            </a:r>
            <a:r>
              <a:rPr lang="en" sz="1900"/>
              <a:t>: Click on "Sign Up" and register using your GitHub, GitLab, or email.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Login</a:t>
            </a:r>
            <a:r>
              <a:rPr lang="en" sz="1900"/>
              <a:t>: Once signed up, log into your account.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2 - Connect Your GitHub Repository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Go to the Vercel Dashboard</a:t>
            </a:r>
            <a:r>
              <a:rPr lang="en" sz="1900"/>
              <a:t>: Once logged in, you'll be directed to the Vercel Dashboard.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Click on “New Project”</a:t>
            </a:r>
            <a:r>
              <a:rPr lang="en" sz="1900"/>
              <a:t>: Select the “Import Project” option.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Connect GitHub</a:t>
            </a:r>
            <a:r>
              <a:rPr lang="en" sz="1900"/>
              <a:t>: If your project is on GitHub, select it from the list or connect your GitHub account to Vercel.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Select the Repository</a:t>
            </a:r>
            <a:r>
              <a:rPr lang="en" sz="1900"/>
              <a:t>: Choose the repository you want to deploy.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3 - Configure Project Settings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Configure Deployment</a:t>
            </a:r>
            <a:r>
              <a:rPr lang="en" sz="1700"/>
              <a:t>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Framework Preset</a:t>
            </a:r>
            <a:r>
              <a:rPr lang="en" sz="1700"/>
              <a:t>: Vercel will automatically detect the framework (e.g., plain HTML, React, Next.js). For static sites, select </a:t>
            </a:r>
            <a:r>
              <a:rPr b="1" lang="en" sz="1700"/>
              <a:t>Other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Build &amp; Output Settings</a:t>
            </a:r>
            <a:r>
              <a:rPr lang="en" sz="1700"/>
              <a:t> (Optional): If your project uses build tools (like a build script), define the commands. For simple static sites, Vercel often detects everything automatically.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Environment Variables</a:t>
            </a:r>
            <a:r>
              <a:rPr lang="en" sz="1700"/>
              <a:t> (if needed): If your project requires any environment variables (like API keys), you can set them here.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4 - Deploying the Project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Click "Deploy"</a:t>
            </a:r>
            <a:r>
              <a:rPr lang="en" sz="1900"/>
              <a:t>: Once you've configured everything, hit the "Deploy" button.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Vercel starts the deployment</a:t>
            </a:r>
            <a:r>
              <a:rPr lang="en" sz="1900"/>
              <a:t>: Vercel will now create a preview of your website and deploy it to a global CDN.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Live Site URL</a:t>
            </a:r>
            <a:r>
              <a:rPr lang="en" sz="1900"/>
              <a:t>: You will get a </a:t>
            </a:r>
            <a:r>
              <a:rPr b="1" lang="en" sz="1900"/>
              <a:t>live URL</a:t>
            </a:r>
            <a:r>
              <a:rPr lang="en" sz="1900"/>
              <a:t> for your project in just a few seconds!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5 - Project Preview and Production Deployment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Preview Deployments</a:t>
            </a:r>
            <a:r>
              <a:rPr lang="en" sz="1900"/>
              <a:t>: After deployment, you can share the live preview link with others.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Any changes you push to the connected GitHub repo will automatically trigger a new deployment.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Production Deployment</a:t>
            </a:r>
            <a:r>
              <a:rPr lang="en" sz="1900"/>
              <a:t>: Once you are happy with the preview, you can </a:t>
            </a:r>
            <a:r>
              <a:rPr b="1" lang="en" sz="1900"/>
              <a:t>promote</a:t>
            </a:r>
            <a:r>
              <a:rPr lang="en" sz="1900"/>
              <a:t> the deployment to </a:t>
            </a:r>
            <a:r>
              <a:rPr b="1" lang="en" sz="1900"/>
              <a:t>production</a:t>
            </a:r>
            <a:r>
              <a:rPr lang="en" sz="1900"/>
              <a:t>, making it the official live version of your site.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Tips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Be Clear and Concise</a:t>
            </a:r>
            <a:r>
              <a:rPr lang="en" sz="2100"/>
              <a:t>: Focus on key features and why you built them.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Stay Confident</a:t>
            </a:r>
            <a:r>
              <a:rPr lang="en" sz="2100"/>
              <a:t>: Your work is amazing—show it off!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Explain Your Choices</a:t>
            </a:r>
            <a:r>
              <a:rPr lang="en" sz="2100"/>
              <a:t>: Briefly explain the technologies and challenges you faced.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Forget to </a:t>
            </a:r>
            <a:r>
              <a:rPr lang="en"/>
              <a:t>Share Your Work (GitHub &amp; Portfolio &amp; Resume)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GitHub</a:t>
            </a:r>
            <a:r>
              <a:rPr lang="en" sz="1800"/>
              <a:t>: Clean, well-documented code with a </a:t>
            </a:r>
            <a:r>
              <a:rPr b="1" lang="en" sz="1800"/>
              <a:t>README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Portfolio</a:t>
            </a:r>
            <a:r>
              <a:rPr lang="en" sz="1800"/>
              <a:t>: Include project details, key features, and live demo links.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b="1" lang="en" sz="2000"/>
              <a:t>Quick Intro</a:t>
            </a:r>
            <a:r>
              <a:rPr lang="en" sz="2000"/>
              <a:t>: What’s your project about?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Show Off</a:t>
            </a:r>
            <a:r>
              <a:rPr lang="en" sz="2000"/>
              <a:t>: Walk through the features and highlight cool tech choices.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Q&amp;A</a:t>
            </a:r>
            <a:r>
              <a:rPr lang="en" sz="2000"/>
              <a:t>: Get feedback and answer questions!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Congratulations! You’re one step closer to being a pro developer.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78" name="Google Shape;178;p29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179" name="Google Shape;179;p29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29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40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9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184" name="Google Shape;184;p29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9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9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29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198" name="Google Shape;198;p29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9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9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9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9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9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9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en" sz="1200"/>
                <a:t>Check our schedule on Discord “Schedule” Channel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9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9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